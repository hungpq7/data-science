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82"/>
    <a:srgbClr val="1C4357"/>
    <a:srgbClr val="222A35"/>
    <a:srgbClr val="00B050"/>
    <a:srgbClr val="CA6665"/>
    <a:srgbClr val="589584"/>
    <a:srgbClr val="569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0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13CBC-F396-40F1-A5CF-ADEFC5919D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86CBA-BC38-4376-93E4-8B124DC386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F9714-FEAA-4E64-A462-19308A1AD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9E338-4DD2-4752-81F2-157BF18DD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58DF6-4DBE-49B4-AA3E-F2C32C26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89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6F63A-C397-477E-A411-8D858A22C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CDF0-64E4-41BB-8F8B-7C6594F4A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65D56-4D94-4BB4-A09D-A0B993471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50BE-9B55-4B14-9868-D86E0C739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054C-6619-46CD-89BC-0D913A09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35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D355-55D7-4D9A-8520-8F5331607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C7D57-424A-4783-A990-556DDE5A6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18A08-B5CC-40E6-A987-CBE72816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4BC47-4D93-47B2-8274-1635B5937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F8A64A-A82A-4350-952A-1D554C337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70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B29D-6A89-42F5-A3C6-C63B42A20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68907-79E2-4D58-A353-EC56F2ECF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8C555D-D7AD-43A0-BD42-6AFDDDACB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88F131-7873-4BF9-88BB-1CD5587FE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017C6-83C5-4FFE-BFA3-4F2ABCE93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C61492-AC52-4021-9E86-DBCAB513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358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AB217-36AE-4562-B8CB-CBDB142A8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76373-492B-46A4-A9AF-3F9DB84D25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FEC876-8407-48F7-93F7-24D779309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C9EC5-258D-438C-83C8-1BE59D798D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78764-A5BF-4E3F-9FAA-EE0D382A9A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D3F98-0C46-4899-85E5-C917C1EF5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4DB584-2944-41F4-A8A5-DC9032327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D065D5-B58C-4C14-B6FE-9555190B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21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0BCF1-8FE6-40B2-8A5A-E9C569E7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AFABE1-408C-45D4-B656-16D25DAA7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2A006C-4D68-4F47-BC69-56291E8F2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4745BA-B7B1-4CC5-9F6E-13E587F10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383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E3806-259E-448E-996F-BF9B659B8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FAD61-E521-4919-A5E6-7F37FFABF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F1962-4472-4D28-85A4-B9BD8A614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50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F159E-572A-44A8-AF42-B76D5203C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17258D-261A-4318-886C-2370912FC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8CE0E-9683-4E4E-AF34-3AEAB90594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DF795F-9D39-4ECB-96B6-1B308B87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626C8F-2ECF-4599-A9C7-2BC8054D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B1234-FD6F-4329-9E2D-742667571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815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C58-E166-43CF-81B2-7CD979DCC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7CD48-5949-410C-8F03-23D195E4E2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D8C308-0D40-4B4D-B1B6-E575E752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4582B-44EE-4209-82B5-631CD9835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A9F5D-44F0-49FE-AFDE-6C8A50FEB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B25C2-A124-4F90-A46F-25DA45AC0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8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D32A3-9181-4031-BEBC-B327203DD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30781-3FB9-42B9-A6E8-1FDD2A920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C0151-EBD7-4DDC-A636-20B10EC0A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0F4C1-9B3B-4DCC-97F5-5E24E1CE8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A19A0-ECE6-4F0F-8565-99B59EDA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987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D949D3-720E-4DED-966E-18442EE1B1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481953-E9CF-48E6-9662-87DE24F95A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000A5-33FE-4B83-B33F-DF7F655A5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DEFF9-3FD5-4A85-AD1A-B248AB81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8DE09-34F7-4A0B-AB8B-94B8EAF09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4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A36EEF-F6A5-4B04-AA4D-FC65E5D2E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B30C28-3522-4C42-BB6A-74F72CCBF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93637-C785-4641-8956-655ED831F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00918D-4361-4CFD-83C0-A19C315B9995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7026A-2724-43C6-9C70-E8615AA95C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D25CF-62B7-4202-ABBF-A528C4FA8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DE0568-B6EF-4CAF-A3FA-EF760FD36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903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E37D98F-19CF-9B44-B568-3D9ADEE2B547}"/>
              </a:ext>
            </a:extLst>
          </p:cNvPr>
          <p:cNvGrpSpPr/>
          <p:nvPr/>
        </p:nvGrpSpPr>
        <p:grpSpPr>
          <a:xfrm>
            <a:off x="941792" y="1716945"/>
            <a:ext cx="2732500" cy="3228284"/>
            <a:chOff x="2071076" y="1111155"/>
            <a:chExt cx="2732500" cy="322828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C9D33C7-C50A-1E4D-8A7D-64F9949D8D24}"/>
                </a:ext>
              </a:extLst>
            </p:cNvPr>
            <p:cNvSpPr/>
            <p:nvPr/>
          </p:nvSpPr>
          <p:spPr>
            <a:xfrm>
              <a:off x="2688116" y="1575413"/>
              <a:ext cx="1806766" cy="2456761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EB7399B-CEB8-6844-9C59-DFA9062DF8D1}"/>
                </a:ext>
              </a:extLst>
            </p:cNvPr>
            <p:cNvSpPr txBox="1"/>
            <p:nvPr/>
          </p:nvSpPr>
          <p:spPr>
            <a:xfrm>
              <a:off x="2688116" y="1575413"/>
              <a:ext cx="42965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3A2D082-17B0-304C-9A95-A01EC0E1190B}"/>
                </a:ext>
              </a:extLst>
            </p:cNvPr>
            <p:cNvCxnSpPr>
              <a:cxnSpLocks/>
            </p:cNvCxnSpPr>
            <p:nvPr/>
          </p:nvCxnSpPr>
          <p:spPr>
            <a:xfrm>
              <a:off x="2688116" y="1377109"/>
              <a:ext cx="1806766" cy="0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D769BE-2FC6-6346-8A59-FFBAC3108A0B}"/>
                </a:ext>
              </a:extLst>
            </p:cNvPr>
            <p:cNvSpPr txBox="1"/>
            <p:nvPr/>
          </p:nvSpPr>
          <p:spPr>
            <a:xfrm>
              <a:off x="3376670" y="1111155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2A92E9C-D10C-C749-B70B-FBE2BF01782F}"/>
                </a:ext>
              </a:extLst>
            </p:cNvPr>
            <p:cNvCxnSpPr>
              <a:cxnSpLocks/>
            </p:cNvCxnSpPr>
            <p:nvPr/>
          </p:nvCxnSpPr>
          <p:spPr>
            <a:xfrm>
              <a:off x="2497440" y="1575413"/>
              <a:ext cx="0" cy="2456761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94FAF4F-2998-214F-BE58-6FA61D133575}"/>
                </a:ext>
              </a:extLst>
            </p:cNvPr>
            <p:cNvSpPr txBox="1"/>
            <p:nvPr/>
          </p:nvSpPr>
          <p:spPr>
            <a:xfrm>
              <a:off x="2071076" y="2649392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737F44-4594-1247-8359-3954FEABC021}"/>
                </a:ext>
              </a:extLst>
            </p:cNvPr>
            <p:cNvSpPr/>
            <p:nvPr/>
          </p:nvSpPr>
          <p:spPr>
            <a:xfrm>
              <a:off x="2688116" y="3317358"/>
              <a:ext cx="1806766" cy="2339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399A126-37CE-0749-90C3-65E57189E372}"/>
                </a:ext>
              </a:extLst>
            </p:cNvPr>
            <p:cNvSpPr/>
            <p:nvPr/>
          </p:nvSpPr>
          <p:spPr>
            <a:xfrm rot="5400000">
              <a:off x="2521280" y="2686323"/>
              <a:ext cx="2456761" cy="2339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56AE0CB-805C-4941-84DF-5903C173856D}"/>
                </a:ext>
              </a:extLst>
            </p:cNvPr>
            <p:cNvSpPr txBox="1"/>
            <p:nvPr/>
          </p:nvSpPr>
          <p:spPr>
            <a:xfrm>
              <a:off x="4494882" y="3292302"/>
              <a:ext cx="3086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C86287-140D-D74C-BF69-4C360625DFDF}"/>
                </a:ext>
              </a:extLst>
            </p:cNvPr>
            <p:cNvSpPr txBox="1"/>
            <p:nvPr/>
          </p:nvSpPr>
          <p:spPr>
            <a:xfrm>
              <a:off x="3534831" y="4031662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D6F610C-301A-7048-906B-A4842E67FF49}"/>
                </a:ext>
              </a:extLst>
            </p:cNvPr>
            <p:cNvSpPr/>
            <p:nvPr/>
          </p:nvSpPr>
          <p:spPr>
            <a:xfrm>
              <a:off x="3632702" y="3316845"/>
              <a:ext cx="233917" cy="233916"/>
            </a:xfrm>
            <a:prstGeom prst="rect">
              <a:avLst/>
            </a:prstGeom>
            <a:solidFill>
              <a:srgbClr val="C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90B44AB-89F5-B44C-A6AD-F38FD8E8E5A0}"/>
                </a:ext>
              </a:extLst>
            </p:cNvPr>
            <p:cNvSpPr txBox="1"/>
            <p:nvPr/>
          </p:nvSpPr>
          <p:spPr>
            <a:xfrm>
              <a:off x="3205289" y="2978291"/>
              <a:ext cx="42965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VN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VN" sz="16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ui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45DAAA-ADC9-1247-9576-A41F4FF7937D}"/>
                  </a:ext>
                </a:extLst>
              </p:cNvPr>
              <p:cNvSpPr txBox="1"/>
              <p:nvPr/>
            </p:nvSpPr>
            <p:spPr>
              <a:xfrm>
                <a:off x="5424331" y="3260560"/>
                <a:ext cx="2468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2000" b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45DAAA-ADC9-1247-9576-A41F4FF79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331" y="3260560"/>
                <a:ext cx="246862" cy="307777"/>
              </a:xfrm>
              <a:prstGeom prst="rect">
                <a:avLst/>
              </a:prstGeom>
              <a:blipFill>
                <a:blip r:embed="rId2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D59E45-A1D2-C348-946B-C70A4BFB9E40}"/>
                  </a:ext>
                </a:extLst>
              </p:cNvPr>
              <p:cNvSpPr txBox="1"/>
              <p:nvPr/>
            </p:nvSpPr>
            <p:spPr>
              <a:xfrm>
                <a:off x="3710144" y="3255181"/>
                <a:ext cx="25648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D59E45-A1D2-C348-946B-C70A4BFB9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144" y="3255181"/>
                <a:ext cx="256480" cy="307777"/>
              </a:xfrm>
              <a:prstGeom prst="rect">
                <a:avLst/>
              </a:prstGeom>
              <a:blipFill>
                <a:blip r:embed="rId3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86A5241-5249-0B42-A502-EB9BCA6729AD}"/>
              </a:ext>
            </a:extLst>
          </p:cNvPr>
          <p:cNvGrpSpPr/>
          <p:nvPr/>
        </p:nvGrpSpPr>
        <p:grpSpPr>
          <a:xfrm>
            <a:off x="5495700" y="1716945"/>
            <a:ext cx="2372206" cy="1492207"/>
            <a:chOff x="6219432" y="1111155"/>
            <a:chExt cx="2372206" cy="149220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141D259-FF80-034C-8A2F-2DBA684832C9}"/>
                </a:ext>
              </a:extLst>
            </p:cNvPr>
            <p:cNvSpPr txBox="1"/>
            <p:nvPr/>
          </p:nvSpPr>
          <p:spPr>
            <a:xfrm>
              <a:off x="7470785" y="1111155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5B59045-26FB-4341-9A0E-4F749AEB40FF}"/>
                </a:ext>
              </a:extLst>
            </p:cNvPr>
            <p:cNvSpPr/>
            <p:nvPr/>
          </p:nvSpPr>
          <p:spPr>
            <a:xfrm>
              <a:off x="6784872" y="1575585"/>
              <a:ext cx="1806766" cy="720000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E96235-C51F-714D-AC2B-4D29B2D2EA04}"/>
                </a:ext>
              </a:extLst>
            </p:cNvPr>
            <p:cNvSpPr txBox="1"/>
            <p:nvPr/>
          </p:nvSpPr>
          <p:spPr>
            <a:xfrm>
              <a:off x="6784872" y="1574900"/>
              <a:ext cx="4706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Q</a:t>
              </a:r>
              <a:r>
                <a:rPr lang="en-VN" sz="1600" b="1" baseline="3000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6C3E713-234C-0B45-AA56-1F6E262B1A76}"/>
                </a:ext>
              </a:extLst>
            </p:cNvPr>
            <p:cNvCxnSpPr>
              <a:cxnSpLocks/>
            </p:cNvCxnSpPr>
            <p:nvPr/>
          </p:nvCxnSpPr>
          <p:spPr>
            <a:xfrm>
              <a:off x="6594196" y="1574900"/>
              <a:ext cx="0" cy="720685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33A42B3-6FAD-5348-9775-50D76A3DAC33}"/>
                </a:ext>
              </a:extLst>
            </p:cNvPr>
            <p:cNvSpPr txBox="1"/>
            <p:nvPr/>
          </p:nvSpPr>
          <p:spPr>
            <a:xfrm>
              <a:off x="6219432" y="1759565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EA2F7AC-4145-F244-A6B3-8556D38878B1}"/>
                </a:ext>
              </a:extLst>
            </p:cNvPr>
            <p:cNvSpPr/>
            <p:nvPr/>
          </p:nvSpPr>
          <p:spPr>
            <a:xfrm rot="5400000">
              <a:off x="7486374" y="1818585"/>
              <a:ext cx="720000" cy="234000"/>
            </a:xfrm>
            <a:prstGeom prst="rect">
              <a:avLst/>
            </a:prstGeom>
            <a:solidFill>
              <a:srgbClr val="0070C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BE91044-8EA2-EE40-BC97-6EEAE1F7D191}"/>
                </a:ext>
              </a:extLst>
            </p:cNvPr>
            <p:cNvCxnSpPr>
              <a:cxnSpLocks/>
            </p:cNvCxnSpPr>
            <p:nvPr/>
          </p:nvCxnSpPr>
          <p:spPr>
            <a:xfrm>
              <a:off x="6784872" y="1377109"/>
              <a:ext cx="1806766" cy="0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2C0BE59-E8F6-7947-9220-1F0DCC56F992}"/>
                </a:ext>
              </a:extLst>
            </p:cNvPr>
            <p:cNvSpPr txBox="1"/>
            <p:nvPr/>
          </p:nvSpPr>
          <p:spPr>
            <a:xfrm>
              <a:off x="7634590" y="2295585"/>
              <a:ext cx="42356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5E7AA06-4EC1-E94D-955B-455A2FC45AFA}"/>
                </a:ext>
              </a:extLst>
            </p:cNvPr>
            <p:cNvSpPr txBox="1"/>
            <p:nvPr/>
          </p:nvSpPr>
          <p:spPr>
            <a:xfrm>
              <a:off x="7941542" y="1771170"/>
              <a:ext cx="4706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q</a:t>
              </a:r>
              <a:r>
                <a:rPr lang="en-VN" sz="16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99E8032-7635-5246-8B79-D091DB9CC94A}"/>
              </a:ext>
            </a:extLst>
          </p:cNvPr>
          <p:cNvGrpSpPr/>
          <p:nvPr/>
        </p:nvGrpSpPr>
        <p:grpSpPr>
          <a:xfrm>
            <a:off x="4302030" y="1716945"/>
            <a:ext cx="1046349" cy="2921019"/>
            <a:chOff x="4918450" y="1111155"/>
            <a:chExt cx="1046349" cy="2921019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44FFC4A-0345-6C43-9223-D696AF31F160}"/>
                </a:ext>
              </a:extLst>
            </p:cNvPr>
            <p:cNvSpPr/>
            <p:nvPr/>
          </p:nvSpPr>
          <p:spPr>
            <a:xfrm>
              <a:off x="4918450" y="1575413"/>
              <a:ext cx="720000" cy="2456761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34EB12-2FFD-924A-8319-060F96DDA0FF}"/>
                </a:ext>
              </a:extLst>
            </p:cNvPr>
            <p:cNvSpPr txBox="1"/>
            <p:nvPr/>
          </p:nvSpPr>
          <p:spPr>
            <a:xfrm>
              <a:off x="4918450" y="1575413"/>
              <a:ext cx="4492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2CD9930-0C90-1449-B8A3-7E04437A63B6}"/>
                </a:ext>
              </a:extLst>
            </p:cNvPr>
            <p:cNvCxnSpPr>
              <a:cxnSpLocks/>
            </p:cNvCxnSpPr>
            <p:nvPr/>
          </p:nvCxnSpPr>
          <p:spPr>
            <a:xfrm>
              <a:off x="4918450" y="1377109"/>
              <a:ext cx="720000" cy="0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A53722-650B-3148-9527-328369C1059E}"/>
                </a:ext>
              </a:extLst>
            </p:cNvPr>
            <p:cNvSpPr/>
            <p:nvPr/>
          </p:nvSpPr>
          <p:spPr>
            <a:xfrm>
              <a:off x="4918450" y="3317358"/>
              <a:ext cx="720000" cy="233916"/>
            </a:xfrm>
            <a:prstGeom prst="rect">
              <a:avLst/>
            </a:prstGeom>
            <a:solidFill>
              <a:srgbClr val="0070C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3BCD34D-69BA-714F-8DBA-20B85C00E4D4}"/>
                </a:ext>
              </a:extLst>
            </p:cNvPr>
            <p:cNvSpPr txBox="1"/>
            <p:nvPr/>
          </p:nvSpPr>
          <p:spPr>
            <a:xfrm>
              <a:off x="5063621" y="1111155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70E9CF7-28B6-644C-B871-97A91A81F26E}"/>
                </a:ext>
              </a:extLst>
            </p:cNvPr>
            <p:cNvSpPr txBox="1"/>
            <p:nvPr/>
          </p:nvSpPr>
          <p:spPr>
            <a:xfrm>
              <a:off x="5642515" y="3275111"/>
              <a:ext cx="3222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4EC10D2-74C4-E249-8608-24DF6A6FA037}"/>
                </a:ext>
              </a:extLst>
            </p:cNvPr>
            <p:cNvSpPr txBox="1"/>
            <p:nvPr/>
          </p:nvSpPr>
          <p:spPr>
            <a:xfrm>
              <a:off x="5053810" y="2991600"/>
              <a:ext cx="4492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r>
                <a:rPr lang="en-VN" sz="16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C76F3-DB96-1641-8B2D-E32BD483BDF1}"/>
                  </a:ext>
                </a:extLst>
              </p:cNvPr>
              <p:cNvSpPr txBox="1"/>
              <p:nvPr/>
            </p:nvSpPr>
            <p:spPr>
              <a:xfrm>
                <a:off x="8114345" y="3260560"/>
                <a:ext cx="25648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b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C76F3-DB96-1641-8B2D-E32BD483B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345" y="3260560"/>
                <a:ext cx="256480" cy="307777"/>
              </a:xfrm>
              <a:prstGeom prst="rect">
                <a:avLst/>
              </a:prstGeom>
              <a:blipFill>
                <a:blip r:embed="rId4"/>
                <a:stretch>
                  <a:fillRect l="-19048" r="-19048" b="-8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1DE8B069-B4B7-0949-AD00-F4A31ED4EBC9}"/>
              </a:ext>
            </a:extLst>
          </p:cNvPr>
          <p:cNvGrpSpPr/>
          <p:nvPr/>
        </p:nvGrpSpPr>
        <p:grpSpPr>
          <a:xfrm>
            <a:off x="8733233" y="1716945"/>
            <a:ext cx="2115460" cy="3228284"/>
            <a:chOff x="2688116" y="1111155"/>
            <a:chExt cx="2115460" cy="3228284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725481F-483D-AE47-A1C2-92B2AF3395D4}"/>
                </a:ext>
              </a:extLst>
            </p:cNvPr>
            <p:cNvSpPr/>
            <p:nvPr/>
          </p:nvSpPr>
          <p:spPr>
            <a:xfrm>
              <a:off x="2688116" y="1575413"/>
              <a:ext cx="1806766" cy="2456761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57B193D-A6F4-284C-B4E7-69FAF22ECB97}"/>
                </a:ext>
              </a:extLst>
            </p:cNvPr>
            <p:cNvSpPr txBox="1"/>
            <p:nvPr/>
          </p:nvSpPr>
          <p:spPr>
            <a:xfrm>
              <a:off x="2688116" y="1575413"/>
              <a:ext cx="42965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6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952C83AF-8959-CB4D-95BA-6FD40A0C4479}"/>
                </a:ext>
              </a:extLst>
            </p:cNvPr>
            <p:cNvCxnSpPr>
              <a:cxnSpLocks/>
            </p:cNvCxnSpPr>
            <p:nvPr/>
          </p:nvCxnSpPr>
          <p:spPr>
            <a:xfrm>
              <a:off x="2688116" y="1377109"/>
              <a:ext cx="1806766" cy="0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5F3A49F-E7A8-264F-8985-0319F530E5A2}"/>
                </a:ext>
              </a:extLst>
            </p:cNvPr>
            <p:cNvSpPr txBox="1"/>
            <p:nvPr/>
          </p:nvSpPr>
          <p:spPr>
            <a:xfrm>
              <a:off x="3376670" y="1111155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022EEEE-9BC8-4440-A52A-CD9A3D3D6A31}"/>
                </a:ext>
              </a:extLst>
            </p:cNvPr>
            <p:cNvSpPr/>
            <p:nvPr/>
          </p:nvSpPr>
          <p:spPr>
            <a:xfrm>
              <a:off x="2688116" y="3317358"/>
              <a:ext cx="1806766" cy="2339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4A6E59C-C244-A340-A6DF-D87D66CE2678}"/>
                </a:ext>
              </a:extLst>
            </p:cNvPr>
            <p:cNvSpPr/>
            <p:nvPr/>
          </p:nvSpPr>
          <p:spPr>
            <a:xfrm rot="5400000">
              <a:off x="2529650" y="2686323"/>
              <a:ext cx="2456761" cy="2339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522BA9B-2FFC-EA45-B877-0A3F29CDD007}"/>
                </a:ext>
              </a:extLst>
            </p:cNvPr>
            <p:cNvSpPr txBox="1"/>
            <p:nvPr/>
          </p:nvSpPr>
          <p:spPr>
            <a:xfrm>
              <a:off x="4494882" y="3292302"/>
              <a:ext cx="3086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3A014BD-3D94-7941-A494-8AEA01CC1804}"/>
                </a:ext>
              </a:extLst>
            </p:cNvPr>
            <p:cNvSpPr txBox="1"/>
            <p:nvPr/>
          </p:nvSpPr>
          <p:spPr>
            <a:xfrm>
              <a:off x="3543201" y="4031662"/>
              <a:ext cx="4296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VN" sz="14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F17C0D4-B38F-E742-A4F1-5B3ABE6A3D25}"/>
                </a:ext>
              </a:extLst>
            </p:cNvPr>
            <p:cNvSpPr/>
            <p:nvPr/>
          </p:nvSpPr>
          <p:spPr>
            <a:xfrm>
              <a:off x="3641072" y="3316845"/>
              <a:ext cx="233917" cy="233916"/>
            </a:xfrm>
            <a:prstGeom prst="rect">
              <a:avLst/>
            </a:prstGeom>
            <a:solidFill>
              <a:srgbClr val="0070C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1623053-CD37-1B47-98A9-EE988C847488}"/>
                </a:ext>
              </a:extLst>
            </p:cNvPr>
            <p:cNvSpPr txBox="1"/>
            <p:nvPr/>
          </p:nvSpPr>
          <p:spPr>
            <a:xfrm>
              <a:off x="2743128" y="2974230"/>
              <a:ext cx="897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VN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en-VN" sz="16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  <a:r>
                <a:rPr lang="en-VN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+ b</a:t>
              </a:r>
              <a:r>
                <a:rPr lang="en-VN" sz="16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940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Flowchart: Connector 68">
            <a:extLst>
              <a:ext uri="{FF2B5EF4-FFF2-40B4-BE49-F238E27FC236}">
                <a16:creationId xmlns:a16="http://schemas.microsoft.com/office/drawing/2014/main" id="{834348E9-1B06-6540-91F9-412581820922}"/>
              </a:ext>
            </a:extLst>
          </p:cNvPr>
          <p:cNvSpPr/>
          <p:nvPr/>
        </p:nvSpPr>
        <p:spPr>
          <a:xfrm>
            <a:off x="4564037" y="3199948"/>
            <a:ext cx="206644" cy="206644"/>
          </a:xfrm>
          <a:prstGeom prst="flowChartConnector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Connector 68">
            <a:extLst>
              <a:ext uri="{FF2B5EF4-FFF2-40B4-BE49-F238E27FC236}">
                <a16:creationId xmlns:a16="http://schemas.microsoft.com/office/drawing/2014/main" id="{D261ED21-EE05-5E42-83EF-B4E9B37F9DDE}"/>
              </a:ext>
            </a:extLst>
          </p:cNvPr>
          <p:cNvSpPr/>
          <p:nvPr/>
        </p:nvSpPr>
        <p:spPr>
          <a:xfrm>
            <a:off x="5587180" y="2640505"/>
            <a:ext cx="206644" cy="206644"/>
          </a:xfrm>
          <a:prstGeom prst="flowChartConnector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lowchart: Connector 68">
            <a:extLst>
              <a:ext uri="{FF2B5EF4-FFF2-40B4-BE49-F238E27FC236}">
                <a16:creationId xmlns:a16="http://schemas.microsoft.com/office/drawing/2014/main" id="{13E6EE5F-B114-7D4B-9408-2F48B12F2425}"/>
              </a:ext>
            </a:extLst>
          </p:cNvPr>
          <p:cNvSpPr/>
          <p:nvPr/>
        </p:nvSpPr>
        <p:spPr>
          <a:xfrm>
            <a:off x="5078278" y="3199948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lowchart: Connector 39">
            <a:extLst>
              <a:ext uri="{FF2B5EF4-FFF2-40B4-BE49-F238E27FC236}">
                <a16:creationId xmlns:a16="http://schemas.microsoft.com/office/drawing/2014/main" id="{C41ED45C-8F47-6A4C-B760-CDFB44202AED}"/>
              </a:ext>
            </a:extLst>
          </p:cNvPr>
          <p:cNvSpPr/>
          <p:nvPr/>
        </p:nvSpPr>
        <p:spPr>
          <a:xfrm>
            <a:off x="4521311" y="2733444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777C691-CEFD-5746-856E-66285BAD268F}"/>
              </a:ext>
            </a:extLst>
          </p:cNvPr>
          <p:cNvSpPr/>
          <p:nvPr/>
        </p:nvSpPr>
        <p:spPr>
          <a:xfrm>
            <a:off x="3381924" y="1490271"/>
            <a:ext cx="3599352" cy="3599354"/>
          </a:xfrm>
          <a:prstGeom prst="ellipse">
            <a:avLst/>
          </a:prstGeom>
          <a:noFill/>
          <a:ln w="1270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Flowchart: Connector 68">
            <a:extLst>
              <a:ext uri="{FF2B5EF4-FFF2-40B4-BE49-F238E27FC236}">
                <a16:creationId xmlns:a16="http://schemas.microsoft.com/office/drawing/2014/main" id="{FA6B99BF-76CF-C84D-9A87-8009921E8333}"/>
              </a:ext>
            </a:extLst>
          </p:cNvPr>
          <p:cNvSpPr/>
          <p:nvPr/>
        </p:nvSpPr>
        <p:spPr>
          <a:xfrm>
            <a:off x="5889439" y="2293395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68">
            <a:extLst>
              <a:ext uri="{FF2B5EF4-FFF2-40B4-BE49-F238E27FC236}">
                <a16:creationId xmlns:a16="http://schemas.microsoft.com/office/drawing/2014/main" id="{CD4AC75A-28AB-EE46-B5D3-5817640A2433}"/>
              </a:ext>
            </a:extLst>
          </p:cNvPr>
          <p:cNvSpPr/>
          <p:nvPr/>
        </p:nvSpPr>
        <p:spPr>
          <a:xfrm>
            <a:off x="6099835" y="3365928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Connector 68">
            <a:extLst>
              <a:ext uri="{FF2B5EF4-FFF2-40B4-BE49-F238E27FC236}">
                <a16:creationId xmlns:a16="http://schemas.microsoft.com/office/drawing/2014/main" id="{E754B149-0B47-CD42-9896-2F99F7D27BAC}"/>
              </a:ext>
            </a:extLst>
          </p:cNvPr>
          <p:cNvSpPr/>
          <p:nvPr/>
        </p:nvSpPr>
        <p:spPr>
          <a:xfrm>
            <a:off x="3460374" y="3199948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39">
            <a:extLst>
              <a:ext uri="{FF2B5EF4-FFF2-40B4-BE49-F238E27FC236}">
                <a16:creationId xmlns:a16="http://schemas.microsoft.com/office/drawing/2014/main" id="{1F11AFEE-9EF5-1C47-BE92-DE6D51952CA9}"/>
              </a:ext>
            </a:extLst>
          </p:cNvPr>
          <p:cNvSpPr/>
          <p:nvPr/>
        </p:nvSpPr>
        <p:spPr>
          <a:xfrm>
            <a:off x="4871634" y="1986615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68">
            <a:extLst>
              <a:ext uri="{FF2B5EF4-FFF2-40B4-BE49-F238E27FC236}">
                <a16:creationId xmlns:a16="http://schemas.microsoft.com/office/drawing/2014/main" id="{7A5BC390-8D51-9A4D-8DAB-D52DFED64885}"/>
              </a:ext>
            </a:extLst>
          </p:cNvPr>
          <p:cNvSpPr/>
          <p:nvPr/>
        </p:nvSpPr>
        <p:spPr>
          <a:xfrm>
            <a:off x="7009002" y="2296581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5423F0E-E6CC-9A4C-B094-41B6F043D85B}"/>
              </a:ext>
            </a:extLst>
          </p:cNvPr>
          <p:cNvCxnSpPr>
            <a:cxnSpLocks/>
            <a:stCxn id="2" idx="7"/>
            <a:endCxn id="5" idx="3"/>
          </p:cNvCxnSpPr>
          <p:nvPr/>
        </p:nvCxnSpPr>
        <p:spPr>
          <a:xfrm flipV="1">
            <a:off x="5254660" y="2469777"/>
            <a:ext cx="665041" cy="760433"/>
          </a:xfrm>
          <a:prstGeom prst="straightConnector1">
            <a:avLst/>
          </a:prstGeom>
          <a:ln cap="flat">
            <a:solidFill>
              <a:schemeClr val="tx1">
                <a:lumMod val="75000"/>
                <a:lumOff val="25000"/>
              </a:schemeClr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Flowchart: Connector 68">
            <a:extLst>
              <a:ext uri="{FF2B5EF4-FFF2-40B4-BE49-F238E27FC236}">
                <a16:creationId xmlns:a16="http://schemas.microsoft.com/office/drawing/2014/main" id="{2F86F213-9044-634E-92D8-AA47D61B3401}"/>
              </a:ext>
            </a:extLst>
          </p:cNvPr>
          <p:cNvSpPr/>
          <p:nvPr/>
        </p:nvSpPr>
        <p:spPr>
          <a:xfrm>
            <a:off x="4508429" y="4046094"/>
            <a:ext cx="206644" cy="206644"/>
          </a:xfrm>
          <a:prstGeom prst="flowChart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7EBF6C5-403E-4D4A-B29D-E56EA80C0FB3}"/>
              </a:ext>
            </a:extLst>
          </p:cNvPr>
          <p:cNvCxnSpPr>
            <a:cxnSpLocks/>
            <a:stCxn id="2" idx="2"/>
            <a:endCxn id="8" idx="6"/>
          </p:cNvCxnSpPr>
          <p:nvPr/>
        </p:nvCxnSpPr>
        <p:spPr>
          <a:xfrm flipH="1">
            <a:off x="3667018" y="3303270"/>
            <a:ext cx="1411260" cy="0"/>
          </a:xfrm>
          <a:prstGeom prst="straightConnector1">
            <a:avLst/>
          </a:prstGeom>
          <a:ln cap="flat">
            <a:solidFill>
              <a:schemeClr val="tx1">
                <a:lumMod val="75000"/>
                <a:lumOff val="25000"/>
              </a:schemeClr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FCBEBEE-797A-1C4E-8762-BC6EC615865E}"/>
              </a:ext>
            </a:extLst>
          </p:cNvPr>
          <p:cNvCxnSpPr>
            <a:cxnSpLocks/>
            <a:stCxn id="2" idx="7"/>
            <a:endCxn id="28" idx="3"/>
          </p:cNvCxnSpPr>
          <p:nvPr/>
        </p:nvCxnSpPr>
        <p:spPr>
          <a:xfrm flipV="1">
            <a:off x="5254660" y="2816887"/>
            <a:ext cx="362782" cy="413323"/>
          </a:xfrm>
          <a:prstGeom prst="straightConnector1">
            <a:avLst/>
          </a:prstGeom>
          <a:ln w="12700" cap="flat">
            <a:solidFill>
              <a:schemeClr val="tx1">
                <a:lumMod val="75000"/>
                <a:lumOff val="25000"/>
              </a:schemeClr>
            </a:solidFill>
            <a:prstDash val="solid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494B96F-87DC-0D4A-9194-E43D72240CA9}"/>
              </a:ext>
            </a:extLst>
          </p:cNvPr>
          <p:cNvCxnSpPr>
            <a:cxnSpLocks/>
            <a:stCxn id="2" idx="2"/>
            <a:endCxn id="38" idx="6"/>
          </p:cNvCxnSpPr>
          <p:nvPr/>
        </p:nvCxnSpPr>
        <p:spPr>
          <a:xfrm flipH="1">
            <a:off x="4770681" y="3303270"/>
            <a:ext cx="307597" cy="0"/>
          </a:xfrm>
          <a:prstGeom prst="straightConnector1">
            <a:avLst/>
          </a:prstGeom>
          <a:ln w="12700" cap="flat">
            <a:solidFill>
              <a:schemeClr val="tx1">
                <a:lumMod val="75000"/>
                <a:lumOff val="25000"/>
              </a:schemeClr>
            </a:solidFill>
            <a:prstDash val="solid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Flowchart: Connector 39">
            <a:extLst>
              <a:ext uri="{FF2B5EF4-FFF2-40B4-BE49-F238E27FC236}">
                <a16:creationId xmlns:a16="http://schemas.microsoft.com/office/drawing/2014/main" id="{5C8E9228-6A0B-7149-933C-BBC964495C14}"/>
              </a:ext>
            </a:extLst>
          </p:cNvPr>
          <p:cNvSpPr/>
          <p:nvPr/>
        </p:nvSpPr>
        <p:spPr>
          <a:xfrm>
            <a:off x="6821296" y="4541851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lowchart: Connector 39">
            <a:extLst>
              <a:ext uri="{FF2B5EF4-FFF2-40B4-BE49-F238E27FC236}">
                <a16:creationId xmlns:a16="http://schemas.microsoft.com/office/drawing/2014/main" id="{6168A329-AFFF-5F47-A713-3DAA3E51FC0F}"/>
              </a:ext>
            </a:extLst>
          </p:cNvPr>
          <p:cNvSpPr/>
          <p:nvPr/>
        </p:nvSpPr>
        <p:spPr>
          <a:xfrm>
            <a:off x="5936282" y="4855326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lowchart: Connector 39">
            <a:extLst>
              <a:ext uri="{FF2B5EF4-FFF2-40B4-BE49-F238E27FC236}">
                <a16:creationId xmlns:a16="http://schemas.microsoft.com/office/drawing/2014/main" id="{90A3CF02-76B1-6349-A7DB-8CD93324EDDE}"/>
              </a:ext>
            </a:extLst>
          </p:cNvPr>
          <p:cNvSpPr/>
          <p:nvPr/>
        </p:nvSpPr>
        <p:spPr>
          <a:xfrm>
            <a:off x="6204444" y="3900253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lowchart: Connector 39">
            <a:extLst>
              <a:ext uri="{FF2B5EF4-FFF2-40B4-BE49-F238E27FC236}">
                <a16:creationId xmlns:a16="http://schemas.microsoft.com/office/drawing/2014/main" id="{37787DA0-6D6A-C24D-B6EC-23CA3B44C31D}"/>
              </a:ext>
            </a:extLst>
          </p:cNvPr>
          <p:cNvSpPr/>
          <p:nvPr/>
        </p:nvSpPr>
        <p:spPr>
          <a:xfrm>
            <a:off x="5578989" y="4438529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lowchart: Connector 39">
            <a:extLst>
              <a:ext uri="{FF2B5EF4-FFF2-40B4-BE49-F238E27FC236}">
                <a16:creationId xmlns:a16="http://schemas.microsoft.com/office/drawing/2014/main" id="{DDA8D256-9EEE-9E4A-AE5B-2C3A6A4395A2}"/>
              </a:ext>
            </a:extLst>
          </p:cNvPr>
          <p:cNvSpPr/>
          <p:nvPr/>
        </p:nvSpPr>
        <p:spPr>
          <a:xfrm>
            <a:off x="6194709" y="4348656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lowchart: Connector 39">
            <a:extLst>
              <a:ext uri="{FF2B5EF4-FFF2-40B4-BE49-F238E27FC236}">
                <a16:creationId xmlns:a16="http://schemas.microsoft.com/office/drawing/2014/main" id="{DE5A779B-14CB-E64C-B759-4985C1643871}"/>
              </a:ext>
            </a:extLst>
          </p:cNvPr>
          <p:cNvSpPr/>
          <p:nvPr/>
        </p:nvSpPr>
        <p:spPr>
          <a:xfrm>
            <a:off x="6774632" y="3900253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lowchart: Connector 39">
            <a:extLst>
              <a:ext uri="{FF2B5EF4-FFF2-40B4-BE49-F238E27FC236}">
                <a16:creationId xmlns:a16="http://schemas.microsoft.com/office/drawing/2014/main" id="{BAC8F4CC-A8F1-AB43-8BE7-CD2265C05BF0}"/>
              </a:ext>
            </a:extLst>
          </p:cNvPr>
          <p:cNvSpPr/>
          <p:nvPr/>
        </p:nvSpPr>
        <p:spPr>
          <a:xfrm>
            <a:off x="4245521" y="1490271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lowchart: Connector 39">
            <a:extLst>
              <a:ext uri="{FF2B5EF4-FFF2-40B4-BE49-F238E27FC236}">
                <a16:creationId xmlns:a16="http://schemas.microsoft.com/office/drawing/2014/main" id="{F4C24297-2FDA-0C45-B73B-067A68873B6B}"/>
              </a:ext>
            </a:extLst>
          </p:cNvPr>
          <p:cNvSpPr/>
          <p:nvPr/>
        </p:nvSpPr>
        <p:spPr>
          <a:xfrm>
            <a:off x="3778336" y="2476109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lowchart: Connector 39">
            <a:extLst>
              <a:ext uri="{FF2B5EF4-FFF2-40B4-BE49-F238E27FC236}">
                <a16:creationId xmlns:a16="http://schemas.microsoft.com/office/drawing/2014/main" id="{43112595-D223-CD4F-814B-36D57ACF6320}"/>
              </a:ext>
            </a:extLst>
          </p:cNvPr>
          <p:cNvSpPr/>
          <p:nvPr/>
        </p:nvSpPr>
        <p:spPr>
          <a:xfrm>
            <a:off x="4349287" y="2026451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lowchart: Connector 39">
            <a:extLst>
              <a:ext uri="{FF2B5EF4-FFF2-40B4-BE49-F238E27FC236}">
                <a16:creationId xmlns:a16="http://schemas.microsoft.com/office/drawing/2014/main" id="{C3CAB9E4-EE27-CD48-9B66-0522995DEE40}"/>
              </a:ext>
            </a:extLst>
          </p:cNvPr>
          <p:cNvSpPr/>
          <p:nvPr/>
        </p:nvSpPr>
        <p:spPr>
          <a:xfrm>
            <a:off x="3335260" y="2102675"/>
            <a:ext cx="206644" cy="206644"/>
          </a:xfrm>
          <a:prstGeom prst="flowChartConnector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7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2498</TotalTime>
  <Words>25</Words>
  <Application>Microsoft Macintosh PowerPoint</Application>
  <PresentationFormat>Widescreen</PresentationFormat>
  <Paragraphs>23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Quang Hưng Phạm</dc:creator>
  <cp:lastModifiedBy>Microsoft Office User</cp:lastModifiedBy>
  <cp:revision>44</cp:revision>
  <dcterms:created xsi:type="dcterms:W3CDTF">2020-12-09T03:20:18Z</dcterms:created>
  <dcterms:modified xsi:type="dcterms:W3CDTF">2026-02-08T17:39:16Z</dcterms:modified>
</cp:coreProperties>
</file>