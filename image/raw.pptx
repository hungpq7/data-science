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70" r:id="rId6"/>
    <p:sldId id="264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vm" id="{2CB418FF-EDE3-42F9-BE2D-F8FBE9335820}">
          <p14:sldIdLst>
            <p14:sldId id="256"/>
            <p14:sldId id="257"/>
            <p14:sldId id="258"/>
          </p14:sldIdLst>
        </p14:section>
        <p14:section name="local-outlier-factor" id="{2AEAD4EB-CD32-460A-B693-D557358F18F3}">
          <p14:sldIdLst>
            <p14:sldId id="271"/>
            <p14:sldId id="270"/>
          </p14:sldIdLst>
        </p14:section>
        <p14:section name="matrix-factorization" id="{0DC92BB3-923E-A54B-87ED-BADEB6F45591}">
          <p14:sldIdLst>
            <p14:sldId id="264"/>
          </p14:sldIdLst>
        </p14:section>
        <p14:section name="smote" id="{1AEBF380-1182-C04E-B9E7-4D87D3FB0B56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82"/>
    <a:srgbClr val="1C4357"/>
    <a:srgbClr val="222A35"/>
    <a:srgbClr val="00B050"/>
    <a:srgbClr val="CA6665"/>
    <a:srgbClr val="589584"/>
    <a:srgbClr val="569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3CBC-F396-40F1-A5CF-ADEFC5919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86CBA-BC38-4376-93E4-8B124DC38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F9714-FEAA-4E64-A462-19308A1A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9E338-4DD2-4752-81F2-157BF18D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8DF6-4DBE-49B4-AA3E-F2C32C26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89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F63A-C397-477E-A411-8D858A22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CDF0-64E4-41BB-8F8B-7C6594F4A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65D56-4D94-4BB4-A09D-A0B99347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350BE-9B55-4B14-9868-D86E0C73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054C-6619-46CD-89BC-0D913A09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5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D355-55D7-4D9A-8520-8F533160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C7D57-424A-4783-A990-556DDE5A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18A08-B5CC-40E6-A987-CBE72816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4BC47-4D93-47B2-8274-1635B593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8A64A-A82A-4350-952A-1D554C33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B29D-6A89-42F5-A3C6-C63B42A2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8907-79E2-4D58-A353-EC56F2ECF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C555D-D7AD-43A0-BD42-6AFDDDACB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8F131-7873-4BF9-88BB-1CD5587F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017C6-83C5-4FFE-BFA3-4F2ABCE9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61492-AC52-4021-9E86-DBCAB513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5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B217-36AE-4562-B8CB-CBDB142A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76373-492B-46A4-A9AF-3F9DB84D2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EC876-8407-48F7-93F7-24D779309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C9EC5-258D-438C-83C8-1BE59D798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78764-A5BF-4E3F-9FAA-EE0D382A9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D3F98-0C46-4899-85E5-C917C1EF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DB584-2944-41F4-A8A5-DC903232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065D5-B58C-4C14-B6FE-9555190B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2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0BCF1-8FE6-40B2-8A5A-E9C569E7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FABE1-408C-45D4-B656-16D25DAA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2A006C-4D68-4F47-BC69-56291E8F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4745BA-B7B1-4CC5-9F6E-13E587F1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8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E3806-259E-448E-996F-BF9B659B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FAD61-E521-4919-A5E6-7F37FFAB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F1962-4472-4D28-85A4-B9BD8A61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0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159E-572A-44A8-AF42-B76D5203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7258D-261A-4318-886C-2370912F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8CE0E-9683-4E4E-AF34-3AEAB9059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F795F-9D39-4ECB-96B6-1B308B87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26C8F-2ECF-4599-A9C7-2BC8054D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B1234-FD6F-4329-9E2D-74266757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1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8C58-E166-43CF-81B2-7CD979DC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7CD48-5949-410C-8F03-23D195E4E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8C308-0D40-4B4D-B1B6-E575E7525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4582B-44EE-4209-82B5-631CD9835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A9F5D-44F0-49FE-AFDE-6C8A50FE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B25C2-A124-4F90-A46F-25DA45AC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32A3-9181-4031-BEBC-B327203D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30781-3FB9-42B9-A6E8-1FDD2A92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C0151-EBD7-4DDC-A636-20B10EC0A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0F4C1-9B3B-4DCC-97F5-5E24E1CE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A19A0-ECE6-4F0F-8565-99B59EDA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8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949D3-720E-4DED-966E-18442EE1B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81953-E9CF-48E6-9662-87DE24F95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00A5-33FE-4B83-B33F-DF7F655A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DEFF9-3FD5-4A85-AD1A-B248AB81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8DE09-34F7-4A0B-AB8B-94B8EAF0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4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36EEF-F6A5-4B04-AA4D-FC65E5D2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30C28-3522-4C42-BB6A-74F72CCB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93637-C785-4641-8956-655ED831F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0918D-4361-4CFD-83C0-A19C315B999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7026A-2724-43C6-9C70-E8615AA95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D25CF-62B7-4202-ABBF-A528C4FA8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E0568-B6EF-4CAF-A3FA-EF760FD36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0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0AB037B4-6EC6-B441-B614-DBA957930A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2807586" y="1102844"/>
            <a:ext cx="298450" cy="342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83D62B-8E3D-5E46-93C4-47EC01A5B2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1"/>
          <a:stretch/>
        </p:blipFill>
        <p:spPr>
          <a:xfrm>
            <a:off x="9074152" y="5433551"/>
            <a:ext cx="298448" cy="34290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07B4A82-2097-4968-BB61-C90CBE45789D}"/>
              </a:ext>
            </a:extLst>
          </p:cNvPr>
          <p:cNvCxnSpPr>
            <a:cxnSpLocks/>
            <a:stCxn id="50" idx="1"/>
            <a:endCxn id="61" idx="6"/>
          </p:cNvCxnSpPr>
          <p:nvPr/>
        </p:nvCxnSpPr>
        <p:spPr>
          <a:xfrm flipH="1">
            <a:off x="6403656" y="3303114"/>
            <a:ext cx="1627662" cy="71514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C16FB1-322D-4A0A-A128-0AFD84E1D21C}"/>
              </a:ext>
            </a:extLst>
          </p:cNvPr>
          <p:cNvCxnSpPr>
            <a:stCxn id="50" idx="1"/>
            <a:endCxn id="58" idx="6"/>
          </p:cNvCxnSpPr>
          <p:nvPr/>
        </p:nvCxnSpPr>
        <p:spPr>
          <a:xfrm flipH="1">
            <a:off x="4829902" y="3303114"/>
            <a:ext cx="3201416" cy="3407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B0B523C-ABB0-45C9-A4E8-FE34A0EFFC51}"/>
              </a:ext>
            </a:extLst>
          </p:cNvPr>
          <p:cNvCxnSpPr>
            <a:stCxn id="50" idx="1"/>
            <a:endCxn id="54" idx="6"/>
          </p:cNvCxnSpPr>
          <p:nvPr/>
        </p:nvCxnSpPr>
        <p:spPr>
          <a:xfrm flipH="1">
            <a:off x="4159338" y="3303114"/>
            <a:ext cx="3871980" cy="7031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ED01BEC1-4E3B-46B1-94F2-437974460882}"/>
              </a:ext>
            </a:extLst>
          </p:cNvPr>
          <p:cNvSpPr/>
          <p:nvPr/>
        </p:nvSpPr>
        <p:spPr>
          <a:xfrm>
            <a:off x="4662479" y="2359600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B799897-5E51-416B-B411-04D297C6752E}"/>
              </a:ext>
            </a:extLst>
          </p:cNvPr>
          <p:cNvSpPr/>
          <p:nvPr/>
        </p:nvSpPr>
        <p:spPr>
          <a:xfrm>
            <a:off x="3123961" y="3063816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63E8C3E-9DCF-46E7-A9DC-5B21A30D5E49}"/>
              </a:ext>
            </a:extLst>
          </p:cNvPr>
          <p:cNvSpPr/>
          <p:nvPr/>
        </p:nvSpPr>
        <p:spPr>
          <a:xfrm>
            <a:off x="7154570" y="5082957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DB0179-BF03-40DB-8FD5-E47883CFCD2A}"/>
              </a:ext>
            </a:extLst>
          </p:cNvPr>
          <p:cNvCxnSpPr>
            <a:cxnSpLocks/>
          </p:cNvCxnSpPr>
          <p:nvPr/>
        </p:nvCxnSpPr>
        <p:spPr>
          <a:xfrm flipV="1">
            <a:off x="2732088" y="1192144"/>
            <a:ext cx="0" cy="457200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6F5D00-2DD7-46F3-9464-DD6771027887}"/>
              </a:ext>
            </a:extLst>
          </p:cNvPr>
          <p:cNvCxnSpPr>
            <a:cxnSpLocks/>
          </p:cNvCxnSpPr>
          <p:nvPr/>
        </p:nvCxnSpPr>
        <p:spPr>
          <a:xfrm>
            <a:off x="2732088" y="5764144"/>
            <a:ext cx="664051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052F860-7FBF-42EA-94D9-BF0177D233ED}"/>
              </a:ext>
            </a:extLst>
          </p:cNvPr>
          <p:cNvSpPr/>
          <p:nvPr/>
        </p:nvSpPr>
        <p:spPr>
          <a:xfrm>
            <a:off x="7214507" y="3767976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4615169B-B2DC-45EC-B51A-4F9C8DA65B9F}"/>
              </a:ext>
            </a:extLst>
          </p:cNvPr>
          <p:cNvSpPr/>
          <p:nvPr/>
        </p:nvSpPr>
        <p:spPr>
          <a:xfrm>
            <a:off x="4102859" y="2340937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4074890-4F27-4CB1-8A78-44B1E2D10CF8}"/>
              </a:ext>
            </a:extLst>
          </p:cNvPr>
          <p:cNvSpPr/>
          <p:nvPr/>
        </p:nvSpPr>
        <p:spPr>
          <a:xfrm>
            <a:off x="3727921" y="2857172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EFA72CA-C3DC-4954-B4EB-8EC4D085134B}"/>
              </a:ext>
            </a:extLst>
          </p:cNvPr>
          <p:cNvSpPr/>
          <p:nvPr/>
        </p:nvSpPr>
        <p:spPr>
          <a:xfrm>
            <a:off x="3365809" y="2322273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ADE0F69C-6D70-4106-B730-1E948E492040}"/>
              </a:ext>
            </a:extLst>
          </p:cNvPr>
          <p:cNvSpPr/>
          <p:nvPr/>
        </p:nvSpPr>
        <p:spPr>
          <a:xfrm>
            <a:off x="3477322" y="3439126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8709FE-11AE-43F5-8025-BC1BFC04B6B8}"/>
              </a:ext>
            </a:extLst>
          </p:cNvPr>
          <p:cNvGrpSpPr/>
          <p:nvPr/>
        </p:nvGrpSpPr>
        <p:grpSpPr>
          <a:xfrm>
            <a:off x="3890670" y="3840963"/>
            <a:ext cx="330692" cy="330692"/>
            <a:chOff x="4737859" y="2615348"/>
            <a:chExt cx="330692" cy="330692"/>
          </a:xfrm>
        </p:grpSpPr>
        <p:sp>
          <p:nvSpPr>
            <p:cNvPr id="54" name="Flowchart: Connector 53">
              <a:extLst>
                <a:ext uri="{FF2B5EF4-FFF2-40B4-BE49-F238E27FC236}">
                  <a16:creationId xmlns:a16="http://schemas.microsoft.com/office/drawing/2014/main" id="{A3D7F9FF-02A6-40BE-A3EA-95677107C6BB}"/>
                </a:ext>
              </a:extLst>
            </p:cNvPr>
            <p:cNvSpPr/>
            <p:nvPr/>
          </p:nvSpPr>
          <p:spPr>
            <a:xfrm>
              <a:off x="4799883" y="2677372"/>
              <a:ext cx="206644" cy="206644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F2749AF0-183B-4492-9B5E-A5D4FABF072A}"/>
                </a:ext>
              </a:extLst>
            </p:cNvPr>
            <p:cNvSpPr/>
            <p:nvPr/>
          </p:nvSpPr>
          <p:spPr>
            <a:xfrm>
              <a:off x="4737859" y="2615348"/>
              <a:ext cx="330692" cy="330692"/>
            </a:xfrm>
            <a:prstGeom prst="flowChartConnector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952E881-D982-4C2D-BFA7-CC0669E40982}"/>
              </a:ext>
            </a:extLst>
          </p:cNvPr>
          <p:cNvGrpSpPr/>
          <p:nvPr/>
        </p:nvGrpSpPr>
        <p:grpSpPr>
          <a:xfrm>
            <a:off x="4561234" y="3171842"/>
            <a:ext cx="330692" cy="330692"/>
            <a:chOff x="4737859" y="2615348"/>
            <a:chExt cx="330692" cy="330692"/>
          </a:xfrm>
        </p:grpSpPr>
        <p:sp>
          <p:nvSpPr>
            <p:cNvPr id="58" name="Flowchart: Connector 57">
              <a:extLst>
                <a:ext uri="{FF2B5EF4-FFF2-40B4-BE49-F238E27FC236}">
                  <a16:creationId xmlns:a16="http://schemas.microsoft.com/office/drawing/2014/main" id="{065366C8-FB2B-4CA1-9BB4-F215BC63C1BF}"/>
                </a:ext>
              </a:extLst>
            </p:cNvPr>
            <p:cNvSpPr/>
            <p:nvPr/>
          </p:nvSpPr>
          <p:spPr>
            <a:xfrm>
              <a:off x="4799883" y="2677372"/>
              <a:ext cx="206644" cy="206644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02EAC9FC-815F-4E31-B6F3-2E31AC7CC625}"/>
                </a:ext>
              </a:extLst>
            </p:cNvPr>
            <p:cNvSpPr/>
            <p:nvPr/>
          </p:nvSpPr>
          <p:spPr>
            <a:xfrm>
              <a:off x="4737859" y="2615348"/>
              <a:ext cx="330692" cy="330692"/>
            </a:xfrm>
            <a:prstGeom prst="flowChartConnector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9F10C00-E4EB-4446-BCAB-57D6B4F14AAA}"/>
              </a:ext>
            </a:extLst>
          </p:cNvPr>
          <p:cNvGrpSpPr/>
          <p:nvPr/>
        </p:nvGrpSpPr>
        <p:grpSpPr>
          <a:xfrm>
            <a:off x="6134988" y="3852917"/>
            <a:ext cx="330692" cy="330692"/>
            <a:chOff x="4737859" y="2615348"/>
            <a:chExt cx="330692" cy="330692"/>
          </a:xfrm>
        </p:grpSpPr>
        <p:sp>
          <p:nvSpPr>
            <p:cNvPr id="61" name="Flowchart: Connector 60">
              <a:extLst>
                <a:ext uri="{FF2B5EF4-FFF2-40B4-BE49-F238E27FC236}">
                  <a16:creationId xmlns:a16="http://schemas.microsoft.com/office/drawing/2014/main" id="{949AB44D-FA2C-42F7-A3CB-5E6FAF1238EC}"/>
                </a:ext>
              </a:extLst>
            </p:cNvPr>
            <p:cNvSpPr/>
            <p:nvPr/>
          </p:nvSpPr>
          <p:spPr>
            <a:xfrm>
              <a:off x="4799883" y="2677372"/>
              <a:ext cx="206644" cy="206644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22561974-2A5A-424C-9A04-E625086B425C}"/>
                </a:ext>
              </a:extLst>
            </p:cNvPr>
            <p:cNvSpPr/>
            <p:nvPr/>
          </p:nvSpPr>
          <p:spPr>
            <a:xfrm>
              <a:off x="4737859" y="2615348"/>
              <a:ext cx="330692" cy="330692"/>
            </a:xfrm>
            <a:prstGeom prst="flowChartConnector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A3980B5-D378-4070-BAB3-2DA8DD04DBA5}"/>
              </a:ext>
            </a:extLst>
          </p:cNvPr>
          <p:cNvSpPr/>
          <p:nvPr/>
        </p:nvSpPr>
        <p:spPr>
          <a:xfrm>
            <a:off x="6035922" y="4876313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86831F6A-CE3F-44FF-B5F2-EC068D807CBE}"/>
              </a:ext>
            </a:extLst>
          </p:cNvPr>
          <p:cNvSpPr/>
          <p:nvPr/>
        </p:nvSpPr>
        <p:spPr>
          <a:xfrm>
            <a:off x="7656826" y="4311552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98B93E27-AC14-4150-9CBC-6B691A4EE286}"/>
              </a:ext>
            </a:extLst>
          </p:cNvPr>
          <p:cNvSpPr/>
          <p:nvPr/>
        </p:nvSpPr>
        <p:spPr>
          <a:xfrm>
            <a:off x="6780569" y="4538748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CAD2FA-EFF6-4355-BA08-8BBE93F97D4C}"/>
              </a:ext>
            </a:extLst>
          </p:cNvPr>
          <p:cNvCxnSpPr>
            <a:cxnSpLocks/>
          </p:cNvCxnSpPr>
          <p:nvPr/>
        </p:nvCxnSpPr>
        <p:spPr>
          <a:xfrm flipH="1">
            <a:off x="3429972" y="1484244"/>
            <a:ext cx="4266013" cy="4266013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ABCC97-0F3E-4B45-AB61-F89CCC2EF2B8}"/>
              </a:ext>
            </a:extLst>
          </p:cNvPr>
          <p:cNvCxnSpPr>
            <a:cxnSpLocks/>
          </p:cNvCxnSpPr>
          <p:nvPr/>
        </p:nvCxnSpPr>
        <p:spPr>
          <a:xfrm flipH="1">
            <a:off x="4572681" y="1498132"/>
            <a:ext cx="4252124" cy="425212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F012F-7DCA-4672-8206-5CA383E43CF4}"/>
              </a:ext>
            </a:extLst>
          </p:cNvPr>
          <p:cNvCxnSpPr>
            <a:cxnSpLocks/>
          </p:cNvCxnSpPr>
          <p:nvPr/>
        </p:nvCxnSpPr>
        <p:spPr>
          <a:xfrm flipH="1">
            <a:off x="2732088" y="1498131"/>
            <a:ext cx="3821188" cy="382118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F72B24-1885-4EA9-9541-F3A457D2A403}"/>
              </a:ext>
            </a:extLst>
          </p:cNvPr>
          <p:cNvCxnSpPr>
            <a:cxnSpLocks/>
          </p:cNvCxnSpPr>
          <p:nvPr/>
        </p:nvCxnSpPr>
        <p:spPr>
          <a:xfrm flipH="1" flipV="1">
            <a:off x="3592282" y="4469912"/>
            <a:ext cx="562303" cy="562303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7A3195E-9D8C-4DA3-B2AD-564F78CA8EEB}"/>
              </a:ext>
            </a:extLst>
          </p:cNvPr>
          <p:cNvCxnSpPr>
            <a:cxnSpLocks/>
          </p:cNvCxnSpPr>
          <p:nvPr/>
        </p:nvCxnSpPr>
        <p:spPr>
          <a:xfrm flipH="1" flipV="1">
            <a:off x="4150023" y="5034176"/>
            <a:ext cx="568972" cy="56897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34E67F0-37D5-4075-A2D8-04EA3E2BD35B}"/>
              </a:ext>
            </a:extLst>
          </p:cNvPr>
          <p:cNvSpPr txBox="1"/>
          <p:nvPr/>
        </p:nvSpPr>
        <p:spPr>
          <a:xfrm rot="2700000">
            <a:off x="3621318" y="4487884"/>
            <a:ext cx="763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margin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6CD4BD-BBD2-4FAE-BB82-773EEB45EF11}"/>
              </a:ext>
            </a:extLst>
          </p:cNvPr>
          <p:cNvSpPr txBox="1"/>
          <p:nvPr/>
        </p:nvSpPr>
        <p:spPr>
          <a:xfrm rot="2700000">
            <a:off x="4167105" y="5052176"/>
            <a:ext cx="7940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margin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3BF5B-D8BD-4BE0-A350-1D1B2129F2C9}"/>
              </a:ext>
            </a:extLst>
          </p:cNvPr>
          <p:cNvSpPr txBox="1"/>
          <p:nvPr/>
        </p:nvSpPr>
        <p:spPr>
          <a:xfrm>
            <a:off x="8031318" y="3041504"/>
            <a:ext cx="1090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 vectors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BD9EDD-08AC-5F47-AF40-8959F7FE38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3" t="5968" r="9379" b="73648"/>
          <a:stretch/>
        </p:blipFill>
        <p:spPr>
          <a:xfrm rot="18900000">
            <a:off x="6096782" y="1927718"/>
            <a:ext cx="1657832" cy="21627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2484BDB-6814-6E44-A3DD-CAA3FCB64E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5" t="39513" r="9667" b="40103"/>
          <a:stretch/>
        </p:blipFill>
        <p:spPr>
          <a:xfrm rot="18900000">
            <a:off x="5025560" y="1897032"/>
            <a:ext cx="1657832" cy="21627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ECBCFCC-B500-A547-A5F9-3AAC916465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2" t="68301" r="5461" b="6673"/>
          <a:stretch/>
        </p:blipFill>
        <p:spPr>
          <a:xfrm rot="18900000">
            <a:off x="7145454" y="1971745"/>
            <a:ext cx="1730502" cy="26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51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87181E1-D9FC-1E4D-923C-04AC29CF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64" y="3074657"/>
            <a:ext cx="462177" cy="277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B823CC-6947-A848-BE3C-0E1EABF5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550" y="4979176"/>
            <a:ext cx="790837" cy="27730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41E5136-7661-2244-9147-681202FB4A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1"/>
          <a:stretch/>
        </p:blipFill>
        <p:spPr>
          <a:xfrm>
            <a:off x="9074152" y="5433551"/>
            <a:ext cx="298448" cy="34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10FD0-F05C-4F9D-A947-04AE39487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964" y="3590717"/>
            <a:ext cx="495369" cy="333422"/>
          </a:xfrm>
          <a:prstGeom prst="rect">
            <a:avLst/>
          </a:prstGeom>
        </p:spPr>
      </p:pic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ED01BEC1-4E3B-46B1-94F2-437974460882}"/>
              </a:ext>
            </a:extLst>
          </p:cNvPr>
          <p:cNvSpPr/>
          <p:nvPr/>
        </p:nvSpPr>
        <p:spPr>
          <a:xfrm>
            <a:off x="4662479" y="2359600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B799897-5E51-416B-B411-04D297C6752E}"/>
              </a:ext>
            </a:extLst>
          </p:cNvPr>
          <p:cNvSpPr/>
          <p:nvPr/>
        </p:nvSpPr>
        <p:spPr>
          <a:xfrm>
            <a:off x="3123961" y="3063816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63E8C3E-9DCF-46E7-A9DC-5B21A30D5E49}"/>
              </a:ext>
            </a:extLst>
          </p:cNvPr>
          <p:cNvSpPr/>
          <p:nvPr/>
        </p:nvSpPr>
        <p:spPr>
          <a:xfrm>
            <a:off x="7154570" y="5082957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DB0179-BF03-40DB-8FD5-E47883CFCD2A}"/>
              </a:ext>
            </a:extLst>
          </p:cNvPr>
          <p:cNvCxnSpPr>
            <a:cxnSpLocks/>
          </p:cNvCxnSpPr>
          <p:nvPr/>
        </p:nvCxnSpPr>
        <p:spPr>
          <a:xfrm flipV="1">
            <a:off x="2732088" y="1192144"/>
            <a:ext cx="0" cy="457200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6F5D00-2DD7-46F3-9464-DD6771027887}"/>
              </a:ext>
            </a:extLst>
          </p:cNvPr>
          <p:cNvCxnSpPr>
            <a:cxnSpLocks/>
          </p:cNvCxnSpPr>
          <p:nvPr/>
        </p:nvCxnSpPr>
        <p:spPr>
          <a:xfrm>
            <a:off x="2732088" y="5764144"/>
            <a:ext cx="664051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052F860-7FBF-42EA-94D9-BF0177D233ED}"/>
              </a:ext>
            </a:extLst>
          </p:cNvPr>
          <p:cNvSpPr/>
          <p:nvPr/>
        </p:nvSpPr>
        <p:spPr>
          <a:xfrm>
            <a:off x="7214507" y="3767976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4615169B-B2DC-45EC-B51A-4F9C8DA65B9F}"/>
              </a:ext>
            </a:extLst>
          </p:cNvPr>
          <p:cNvSpPr/>
          <p:nvPr/>
        </p:nvSpPr>
        <p:spPr>
          <a:xfrm>
            <a:off x="4102859" y="2340937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4074890-4F27-4CB1-8A78-44B1E2D10CF8}"/>
              </a:ext>
            </a:extLst>
          </p:cNvPr>
          <p:cNvSpPr/>
          <p:nvPr/>
        </p:nvSpPr>
        <p:spPr>
          <a:xfrm>
            <a:off x="3727921" y="2857172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EFA72CA-C3DC-4954-B4EB-8EC4D085134B}"/>
              </a:ext>
            </a:extLst>
          </p:cNvPr>
          <p:cNvSpPr/>
          <p:nvPr/>
        </p:nvSpPr>
        <p:spPr>
          <a:xfrm>
            <a:off x="3365809" y="2322273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ADE0F69C-6D70-4106-B730-1E948E492040}"/>
              </a:ext>
            </a:extLst>
          </p:cNvPr>
          <p:cNvSpPr/>
          <p:nvPr/>
        </p:nvSpPr>
        <p:spPr>
          <a:xfrm>
            <a:off x="3477322" y="3439126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8709FE-11AE-43F5-8025-BC1BFC04B6B8}"/>
              </a:ext>
            </a:extLst>
          </p:cNvPr>
          <p:cNvGrpSpPr/>
          <p:nvPr/>
        </p:nvGrpSpPr>
        <p:grpSpPr>
          <a:xfrm>
            <a:off x="3890670" y="3840963"/>
            <a:ext cx="330692" cy="330692"/>
            <a:chOff x="4737859" y="2615348"/>
            <a:chExt cx="330692" cy="330692"/>
          </a:xfrm>
        </p:grpSpPr>
        <p:sp>
          <p:nvSpPr>
            <p:cNvPr id="54" name="Flowchart: Connector 53">
              <a:extLst>
                <a:ext uri="{FF2B5EF4-FFF2-40B4-BE49-F238E27FC236}">
                  <a16:creationId xmlns:a16="http://schemas.microsoft.com/office/drawing/2014/main" id="{A3D7F9FF-02A6-40BE-A3EA-95677107C6BB}"/>
                </a:ext>
              </a:extLst>
            </p:cNvPr>
            <p:cNvSpPr/>
            <p:nvPr/>
          </p:nvSpPr>
          <p:spPr>
            <a:xfrm>
              <a:off x="4799883" y="2677372"/>
              <a:ext cx="206644" cy="206644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F2749AF0-183B-4492-9B5E-A5D4FABF072A}"/>
                </a:ext>
              </a:extLst>
            </p:cNvPr>
            <p:cNvSpPr/>
            <p:nvPr/>
          </p:nvSpPr>
          <p:spPr>
            <a:xfrm>
              <a:off x="4737859" y="2615348"/>
              <a:ext cx="330692" cy="330692"/>
            </a:xfrm>
            <a:prstGeom prst="flowChartConnector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952E881-D982-4C2D-BFA7-CC0669E40982}"/>
              </a:ext>
            </a:extLst>
          </p:cNvPr>
          <p:cNvGrpSpPr/>
          <p:nvPr/>
        </p:nvGrpSpPr>
        <p:grpSpPr>
          <a:xfrm>
            <a:off x="4561234" y="3171842"/>
            <a:ext cx="330692" cy="330692"/>
            <a:chOff x="4737859" y="2615348"/>
            <a:chExt cx="330692" cy="330692"/>
          </a:xfrm>
        </p:grpSpPr>
        <p:sp>
          <p:nvSpPr>
            <p:cNvPr id="58" name="Flowchart: Connector 57">
              <a:extLst>
                <a:ext uri="{FF2B5EF4-FFF2-40B4-BE49-F238E27FC236}">
                  <a16:creationId xmlns:a16="http://schemas.microsoft.com/office/drawing/2014/main" id="{065366C8-FB2B-4CA1-9BB4-F215BC63C1BF}"/>
                </a:ext>
              </a:extLst>
            </p:cNvPr>
            <p:cNvSpPr/>
            <p:nvPr/>
          </p:nvSpPr>
          <p:spPr>
            <a:xfrm>
              <a:off x="4799883" y="2677372"/>
              <a:ext cx="206644" cy="206644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02EAC9FC-815F-4E31-B6F3-2E31AC7CC625}"/>
                </a:ext>
              </a:extLst>
            </p:cNvPr>
            <p:cNvSpPr/>
            <p:nvPr/>
          </p:nvSpPr>
          <p:spPr>
            <a:xfrm>
              <a:off x="4737859" y="2615348"/>
              <a:ext cx="330692" cy="330692"/>
            </a:xfrm>
            <a:prstGeom prst="flowChartConnector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9F10C00-E4EB-4446-BCAB-57D6B4F14AAA}"/>
              </a:ext>
            </a:extLst>
          </p:cNvPr>
          <p:cNvGrpSpPr/>
          <p:nvPr/>
        </p:nvGrpSpPr>
        <p:grpSpPr>
          <a:xfrm>
            <a:off x="6134988" y="3852917"/>
            <a:ext cx="330692" cy="330692"/>
            <a:chOff x="4737859" y="2615348"/>
            <a:chExt cx="330692" cy="330692"/>
          </a:xfrm>
        </p:grpSpPr>
        <p:sp>
          <p:nvSpPr>
            <p:cNvPr id="61" name="Flowchart: Connector 60">
              <a:extLst>
                <a:ext uri="{FF2B5EF4-FFF2-40B4-BE49-F238E27FC236}">
                  <a16:creationId xmlns:a16="http://schemas.microsoft.com/office/drawing/2014/main" id="{949AB44D-FA2C-42F7-A3CB-5E6FAF1238EC}"/>
                </a:ext>
              </a:extLst>
            </p:cNvPr>
            <p:cNvSpPr/>
            <p:nvPr/>
          </p:nvSpPr>
          <p:spPr>
            <a:xfrm>
              <a:off x="4799883" y="2677372"/>
              <a:ext cx="206644" cy="206644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22561974-2A5A-424C-9A04-E625086B425C}"/>
                </a:ext>
              </a:extLst>
            </p:cNvPr>
            <p:cNvSpPr/>
            <p:nvPr/>
          </p:nvSpPr>
          <p:spPr>
            <a:xfrm>
              <a:off x="4737859" y="2615348"/>
              <a:ext cx="330692" cy="330692"/>
            </a:xfrm>
            <a:prstGeom prst="flowChartConnector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A3980B5-D378-4070-BAB3-2DA8DD04DBA5}"/>
              </a:ext>
            </a:extLst>
          </p:cNvPr>
          <p:cNvSpPr/>
          <p:nvPr/>
        </p:nvSpPr>
        <p:spPr>
          <a:xfrm>
            <a:off x="6035922" y="4876313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86831F6A-CE3F-44FF-B5F2-EC068D807CBE}"/>
              </a:ext>
            </a:extLst>
          </p:cNvPr>
          <p:cNvSpPr/>
          <p:nvPr/>
        </p:nvSpPr>
        <p:spPr>
          <a:xfrm>
            <a:off x="7656826" y="4311552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98B93E27-AC14-4150-9CBC-6B691A4EE286}"/>
              </a:ext>
            </a:extLst>
          </p:cNvPr>
          <p:cNvSpPr/>
          <p:nvPr/>
        </p:nvSpPr>
        <p:spPr>
          <a:xfrm>
            <a:off x="6780569" y="4538748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CAD2FA-EFF6-4355-BA08-8BBE93F97D4C}"/>
              </a:ext>
            </a:extLst>
          </p:cNvPr>
          <p:cNvCxnSpPr>
            <a:cxnSpLocks/>
          </p:cNvCxnSpPr>
          <p:nvPr/>
        </p:nvCxnSpPr>
        <p:spPr>
          <a:xfrm flipH="1">
            <a:off x="3429972" y="1484244"/>
            <a:ext cx="4266013" cy="4266013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ABCC97-0F3E-4B45-AB61-F89CCC2EF2B8}"/>
              </a:ext>
            </a:extLst>
          </p:cNvPr>
          <p:cNvCxnSpPr>
            <a:cxnSpLocks/>
          </p:cNvCxnSpPr>
          <p:nvPr/>
        </p:nvCxnSpPr>
        <p:spPr>
          <a:xfrm flipH="1">
            <a:off x="4572681" y="1498132"/>
            <a:ext cx="4252124" cy="425212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F012F-7DCA-4672-8206-5CA383E43CF4}"/>
              </a:ext>
            </a:extLst>
          </p:cNvPr>
          <p:cNvCxnSpPr>
            <a:cxnSpLocks/>
          </p:cNvCxnSpPr>
          <p:nvPr/>
        </p:nvCxnSpPr>
        <p:spPr>
          <a:xfrm flipH="1">
            <a:off x="2732088" y="1498131"/>
            <a:ext cx="3821188" cy="382118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F51B8727-8492-4519-A5F4-D00EA6BA7390}"/>
              </a:ext>
            </a:extLst>
          </p:cNvPr>
          <p:cNvSpPr/>
          <p:nvPr/>
        </p:nvSpPr>
        <p:spPr>
          <a:xfrm>
            <a:off x="3507742" y="4772991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91A58A8D-35EC-41BD-8F97-6AF55975EE50}"/>
              </a:ext>
            </a:extLst>
          </p:cNvPr>
          <p:cNvSpPr/>
          <p:nvPr/>
        </p:nvSpPr>
        <p:spPr>
          <a:xfrm>
            <a:off x="8053627" y="3428555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22C0C5C6-AC17-4F6C-8F5A-5D13D15C704B}"/>
              </a:ext>
            </a:extLst>
          </p:cNvPr>
          <p:cNvSpPr/>
          <p:nvPr/>
        </p:nvSpPr>
        <p:spPr>
          <a:xfrm>
            <a:off x="5443068" y="2864032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7C9728A-DAC1-6C4D-AE75-2754CB3C2B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000"/>
          <a:stretch/>
        </p:blipFill>
        <p:spPr>
          <a:xfrm>
            <a:off x="2807586" y="1102844"/>
            <a:ext cx="298450" cy="3429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7FE8574-4266-C244-9EC2-8466EDF5A0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13" t="5968" r="9379" b="73648"/>
          <a:stretch/>
        </p:blipFill>
        <p:spPr>
          <a:xfrm rot="18900000">
            <a:off x="6096782" y="1927718"/>
            <a:ext cx="1657832" cy="21627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0739766-D363-F043-9B59-44E2BC351EB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25" t="39513" r="9667" b="40103"/>
          <a:stretch/>
        </p:blipFill>
        <p:spPr>
          <a:xfrm rot="18900000">
            <a:off x="5025560" y="1897032"/>
            <a:ext cx="1657832" cy="21627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C403444-41BA-F84D-833B-762C2CD250D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12" t="68301" r="5461" b="6673"/>
          <a:stretch/>
        </p:blipFill>
        <p:spPr>
          <a:xfrm rot="18900000">
            <a:off x="7145454" y="1971745"/>
            <a:ext cx="1730502" cy="26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8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7519E4B-70FF-0043-9FFD-6C11AE37AB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1"/>
          <a:stretch/>
        </p:blipFill>
        <p:spPr>
          <a:xfrm>
            <a:off x="9074152" y="5433551"/>
            <a:ext cx="298448" cy="342900"/>
          </a:xfrm>
          <a:prstGeom prst="rect">
            <a:avLst/>
          </a:prstGeom>
        </p:spPr>
      </p:pic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ED01BEC1-4E3B-46B1-94F2-437974460882}"/>
              </a:ext>
            </a:extLst>
          </p:cNvPr>
          <p:cNvSpPr/>
          <p:nvPr/>
        </p:nvSpPr>
        <p:spPr>
          <a:xfrm>
            <a:off x="5269651" y="3374822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63E8C3E-9DCF-46E7-A9DC-5B21A30D5E49}"/>
              </a:ext>
            </a:extLst>
          </p:cNvPr>
          <p:cNvSpPr/>
          <p:nvPr/>
        </p:nvSpPr>
        <p:spPr>
          <a:xfrm>
            <a:off x="7154570" y="5082957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DB0179-BF03-40DB-8FD5-E47883CFCD2A}"/>
              </a:ext>
            </a:extLst>
          </p:cNvPr>
          <p:cNvCxnSpPr>
            <a:cxnSpLocks/>
          </p:cNvCxnSpPr>
          <p:nvPr/>
        </p:nvCxnSpPr>
        <p:spPr>
          <a:xfrm flipV="1">
            <a:off x="2732088" y="1192144"/>
            <a:ext cx="0" cy="457200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6F5D00-2DD7-46F3-9464-DD6771027887}"/>
              </a:ext>
            </a:extLst>
          </p:cNvPr>
          <p:cNvCxnSpPr>
            <a:cxnSpLocks/>
          </p:cNvCxnSpPr>
          <p:nvPr/>
        </p:nvCxnSpPr>
        <p:spPr>
          <a:xfrm>
            <a:off x="2732088" y="5764144"/>
            <a:ext cx="664051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052F860-7FBF-42EA-94D9-BF0177D233ED}"/>
              </a:ext>
            </a:extLst>
          </p:cNvPr>
          <p:cNvSpPr/>
          <p:nvPr/>
        </p:nvSpPr>
        <p:spPr>
          <a:xfrm>
            <a:off x="8032326" y="3542448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4615169B-B2DC-45EC-B51A-4F9C8DA65B9F}"/>
              </a:ext>
            </a:extLst>
          </p:cNvPr>
          <p:cNvSpPr/>
          <p:nvPr/>
        </p:nvSpPr>
        <p:spPr>
          <a:xfrm>
            <a:off x="6320910" y="3664654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4074890-4F27-4CB1-8A78-44B1E2D10CF8}"/>
              </a:ext>
            </a:extLst>
          </p:cNvPr>
          <p:cNvSpPr/>
          <p:nvPr/>
        </p:nvSpPr>
        <p:spPr>
          <a:xfrm>
            <a:off x="6647676" y="2714491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EFA72CA-C3DC-4954-B4EB-8EC4D085134B}"/>
              </a:ext>
            </a:extLst>
          </p:cNvPr>
          <p:cNvSpPr/>
          <p:nvPr/>
        </p:nvSpPr>
        <p:spPr>
          <a:xfrm>
            <a:off x="6028781" y="3270460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A3980B5-D378-4070-BAB3-2DA8DD04DBA5}"/>
              </a:ext>
            </a:extLst>
          </p:cNvPr>
          <p:cNvSpPr/>
          <p:nvPr/>
        </p:nvSpPr>
        <p:spPr>
          <a:xfrm>
            <a:off x="4794518" y="5055870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86831F6A-CE3F-44FF-B5F2-EC068D807CBE}"/>
              </a:ext>
            </a:extLst>
          </p:cNvPr>
          <p:cNvSpPr/>
          <p:nvPr/>
        </p:nvSpPr>
        <p:spPr>
          <a:xfrm>
            <a:off x="7656826" y="4311552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98B93E27-AC14-4150-9CBC-6B691A4EE286}"/>
              </a:ext>
            </a:extLst>
          </p:cNvPr>
          <p:cNvSpPr/>
          <p:nvPr/>
        </p:nvSpPr>
        <p:spPr>
          <a:xfrm>
            <a:off x="6663874" y="5133231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F51B8727-8492-4519-A5F4-D00EA6BA7390}"/>
              </a:ext>
            </a:extLst>
          </p:cNvPr>
          <p:cNvSpPr/>
          <p:nvPr/>
        </p:nvSpPr>
        <p:spPr>
          <a:xfrm>
            <a:off x="5553469" y="4418575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91A58A8D-35EC-41BD-8F97-6AF55975EE50}"/>
              </a:ext>
            </a:extLst>
          </p:cNvPr>
          <p:cNvSpPr/>
          <p:nvPr/>
        </p:nvSpPr>
        <p:spPr>
          <a:xfrm>
            <a:off x="5822137" y="2614316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22C0C5C6-AC17-4F6C-8F5A-5D13D15C704B}"/>
              </a:ext>
            </a:extLst>
          </p:cNvPr>
          <p:cNvSpPr/>
          <p:nvPr/>
        </p:nvSpPr>
        <p:spPr>
          <a:xfrm>
            <a:off x="7931553" y="2276617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3A28D0A-CD79-46E3-ADA5-B0403EE13C92}"/>
              </a:ext>
            </a:extLst>
          </p:cNvPr>
          <p:cNvSpPr/>
          <p:nvPr/>
        </p:nvSpPr>
        <p:spPr>
          <a:xfrm>
            <a:off x="4309503" y="1797008"/>
            <a:ext cx="3284236" cy="3284236"/>
          </a:xfrm>
          <a:prstGeom prst="ellipse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33209442-A127-4A1B-8FAB-1FC704206BCB}"/>
              </a:ext>
            </a:extLst>
          </p:cNvPr>
          <p:cNvSpPr/>
          <p:nvPr/>
        </p:nvSpPr>
        <p:spPr>
          <a:xfrm>
            <a:off x="7051248" y="1829599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F561621C-59B3-4382-9598-B4C430227647}"/>
              </a:ext>
            </a:extLst>
          </p:cNvPr>
          <p:cNvSpPr/>
          <p:nvPr/>
        </p:nvSpPr>
        <p:spPr>
          <a:xfrm>
            <a:off x="3971689" y="1864764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8763FC05-48F8-46C0-B89E-0095898C9805}"/>
              </a:ext>
            </a:extLst>
          </p:cNvPr>
          <p:cNvSpPr/>
          <p:nvPr/>
        </p:nvSpPr>
        <p:spPr>
          <a:xfrm>
            <a:off x="5099920" y="2452809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5D0F13E-3549-437F-9F91-4C0CE25C4BA5}"/>
              </a:ext>
            </a:extLst>
          </p:cNvPr>
          <p:cNvSpPr/>
          <p:nvPr/>
        </p:nvSpPr>
        <p:spPr>
          <a:xfrm>
            <a:off x="3911337" y="3176598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59E70060-72A3-441B-B7E5-B8DBFB7B582C}"/>
              </a:ext>
            </a:extLst>
          </p:cNvPr>
          <p:cNvSpPr/>
          <p:nvPr/>
        </p:nvSpPr>
        <p:spPr>
          <a:xfrm>
            <a:off x="7553504" y="5164454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B98E587-9693-43AF-A5FA-D0B7121E5FBC}"/>
              </a:ext>
            </a:extLst>
          </p:cNvPr>
          <p:cNvSpPr/>
          <p:nvPr/>
        </p:nvSpPr>
        <p:spPr>
          <a:xfrm>
            <a:off x="8238970" y="4625219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4909D926-6469-4E14-9CD9-18E1AEEDA2F8}"/>
              </a:ext>
            </a:extLst>
          </p:cNvPr>
          <p:cNvSpPr/>
          <p:nvPr/>
        </p:nvSpPr>
        <p:spPr>
          <a:xfrm>
            <a:off x="3950431" y="5145652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9E04EC8E-3C17-4F63-9225-032687A7ECD4}"/>
              </a:ext>
            </a:extLst>
          </p:cNvPr>
          <p:cNvSpPr/>
          <p:nvPr/>
        </p:nvSpPr>
        <p:spPr>
          <a:xfrm>
            <a:off x="7394883" y="4715001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5E419A89-4C5A-4382-AB8D-3FCAE038BA54}"/>
              </a:ext>
            </a:extLst>
          </p:cNvPr>
          <p:cNvSpPr/>
          <p:nvPr/>
        </p:nvSpPr>
        <p:spPr>
          <a:xfrm>
            <a:off x="3204602" y="2397504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ADC19D74-753F-4693-8D4B-601B364D1F20}"/>
              </a:ext>
            </a:extLst>
          </p:cNvPr>
          <p:cNvSpPr/>
          <p:nvPr/>
        </p:nvSpPr>
        <p:spPr>
          <a:xfrm>
            <a:off x="8491996" y="2817813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5E85AB91-DC78-449E-BFE0-8599047E6ECC}"/>
              </a:ext>
            </a:extLst>
          </p:cNvPr>
          <p:cNvSpPr/>
          <p:nvPr/>
        </p:nvSpPr>
        <p:spPr>
          <a:xfrm>
            <a:off x="6947926" y="3317048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F1F0A5B3-5BD6-4ED6-AF87-2FFE2C929AEA}"/>
              </a:ext>
            </a:extLst>
          </p:cNvPr>
          <p:cNvSpPr/>
          <p:nvPr/>
        </p:nvSpPr>
        <p:spPr>
          <a:xfrm>
            <a:off x="6054405" y="2236174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223F3B94-720F-4032-AB97-21E3DD521840}"/>
              </a:ext>
            </a:extLst>
          </p:cNvPr>
          <p:cNvSpPr/>
          <p:nvPr/>
        </p:nvSpPr>
        <p:spPr>
          <a:xfrm>
            <a:off x="4794518" y="3027418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5A7270F4-A0AF-479D-B86F-8F471C35D3C6}"/>
              </a:ext>
            </a:extLst>
          </p:cNvPr>
          <p:cNvSpPr/>
          <p:nvPr/>
        </p:nvSpPr>
        <p:spPr>
          <a:xfrm>
            <a:off x="6584969" y="4329940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719D9D8-22D7-504A-81CF-715651700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2807586" y="1102844"/>
            <a:ext cx="2984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8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17">
            <a:extLst>
              <a:ext uri="{FF2B5EF4-FFF2-40B4-BE49-F238E27FC236}">
                <a16:creationId xmlns:a16="http://schemas.microsoft.com/office/drawing/2014/main" id="{30808DD7-5D69-E04C-85EE-C19FB6AABCCD}"/>
              </a:ext>
            </a:extLst>
          </p:cNvPr>
          <p:cNvSpPr/>
          <p:nvPr/>
        </p:nvSpPr>
        <p:spPr>
          <a:xfrm>
            <a:off x="4889507" y="2236916"/>
            <a:ext cx="180000" cy="180000"/>
          </a:xfrm>
          <a:prstGeom prst="flowChartConnector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083859-17EF-AB4D-A30F-15A6A10AA468}"/>
              </a:ext>
            </a:extLst>
          </p:cNvPr>
          <p:cNvSpPr/>
          <p:nvPr/>
        </p:nvSpPr>
        <p:spPr>
          <a:xfrm>
            <a:off x="4261594" y="1609003"/>
            <a:ext cx="1435826" cy="1435826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Flowchart: Connector 17">
            <a:extLst>
              <a:ext uri="{FF2B5EF4-FFF2-40B4-BE49-F238E27FC236}">
                <a16:creationId xmlns:a16="http://schemas.microsoft.com/office/drawing/2014/main" id="{4C66238B-1F04-AB4A-9E69-4D0A7568A7C6}"/>
              </a:ext>
            </a:extLst>
          </p:cNvPr>
          <p:cNvSpPr/>
          <p:nvPr/>
        </p:nvSpPr>
        <p:spPr>
          <a:xfrm>
            <a:off x="7765238" y="3325678"/>
            <a:ext cx="180000" cy="180000"/>
          </a:xfrm>
          <a:prstGeom prst="flowChartConnector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B1A2AE-04F2-9D47-839F-65FB7DB43B3B}"/>
              </a:ext>
            </a:extLst>
          </p:cNvPr>
          <p:cNvSpPr/>
          <p:nvPr/>
        </p:nvSpPr>
        <p:spPr>
          <a:xfrm>
            <a:off x="5686518" y="1246957"/>
            <a:ext cx="4337440" cy="4337442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36E133-7F94-754E-A9FE-5C3E998F2E7B}"/>
              </a:ext>
            </a:extLst>
          </p:cNvPr>
          <p:cNvCxnSpPr>
            <a:cxnSpLocks/>
            <a:stCxn id="10" idx="2"/>
            <a:endCxn id="11" idx="2"/>
          </p:cNvCxnSpPr>
          <p:nvPr/>
        </p:nvCxnSpPr>
        <p:spPr>
          <a:xfrm flipH="1">
            <a:off x="5686518" y="3415678"/>
            <a:ext cx="207872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owchart: Connector 17">
            <a:extLst>
              <a:ext uri="{FF2B5EF4-FFF2-40B4-BE49-F238E27FC236}">
                <a16:creationId xmlns:a16="http://schemas.microsoft.com/office/drawing/2014/main" id="{B7301C5D-BE16-DA4A-9CC9-C08185280924}"/>
              </a:ext>
            </a:extLst>
          </p:cNvPr>
          <p:cNvSpPr/>
          <p:nvPr/>
        </p:nvSpPr>
        <p:spPr>
          <a:xfrm>
            <a:off x="5992678" y="3325678"/>
            <a:ext cx="180000" cy="1800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F2F17-42A0-A846-A605-5659FA616B03}"/>
              </a:ext>
            </a:extLst>
          </p:cNvPr>
          <p:cNvSpPr txBox="1"/>
          <p:nvPr/>
        </p:nvSpPr>
        <p:spPr>
          <a:xfrm>
            <a:off x="5814122" y="3417262"/>
            <a:ext cx="530486" cy="40011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V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BCEDF7-5625-2649-AA0B-3107537FDF2E}"/>
              </a:ext>
            </a:extLst>
          </p:cNvPr>
          <p:cNvSpPr txBox="1"/>
          <p:nvPr/>
        </p:nvSpPr>
        <p:spPr>
          <a:xfrm>
            <a:off x="4714264" y="1836806"/>
            <a:ext cx="53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V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8E8A6E-CFEB-7C46-8ABD-C96AD439439E}"/>
              </a:ext>
            </a:extLst>
          </p:cNvPr>
          <p:cNvSpPr txBox="1"/>
          <p:nvPr/>
        </p:nvSpPr>
        <p:spPr>
          <a:xfrm>
            <a:off x="7589995" y="3417262"/>
            <a:ext cx="53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V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105E69-F86A-AF45-A37D-019F139CE360}"/>
              </a:ext>
            </a:extLst>
          </p:cNvPr>
          <p:cNvSpPr txBox="1"/>
          <p:nvPr/>
        </p:nvSpPr>
        <p:spPr>
          <a:xfrm rot="2700000">
            <a:off x="4974072" y="2797107"/>
            <a:ext cx="789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V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0B664D-BC4A-AF46-AE03-8058667FFDB8}"/>
              </a:ext>
            </a:extLst>
          </p:cNvPr>
          <p:cNvSpPr txBox="1"/>
          <p:nvPr/>
        </p:nvSpPr>
        <p:spPr>
          <a:xfrm>
            <a:off x="6371571" y="2997850"/>
            <a:ext cx="789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V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n2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128FF9-2ED2-5142-9D25-8290073317F4}"/>
              </a:ext>
            </a:extLst>
          </p:cNvPr>
          <p:cNvCxnSpPr>
            <a:cxnSpLocks/>
            <a:stCxn id="3" idx="1"/>
            <a:endCxn id="5" idx="5"/>
          </p:cNvCxnSpPr>
          <p:nvPr/>
        </p:nvCxnSpPr>
        <p:spPr>
          <a:xfrm flipH="1" flipV="1">
            <a:off x="5043147" y="2390556"/>
            <a:ext cx="975891" cy="961482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53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9437FFD-FC9F-5375-39E6-D88AD2BE2F3D}"/>
              </a:ext>
            </a:extLst>
          </p:cNvPr>
          <p:cNvSpPr/>
          <p:nvPr/>
        </p:nvSpPr>
        <p:spPr>
          <a:xfrm>
            <a:off x="5900980" y="1831706"/>
            <a:ext cx="206644" cy="206644"/>
          </a:xfrm>
          <a:prstGeom prst="flowChartConnector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22D562B-062A-CD5F-B8DA-5903E56D36C1}"/>
              </a:ext>
            </a:extLst>
          </p:cNvPr>
          <p:cNvSpPr/>
          <p:nvPr/>
        </p:nvSpPr>
        <p:spPr>
          <a:xfrm>
            <a:off x="7000877" y="1831706"/>
            <a:ext cx="206644" cy="206644"/>
          </a:xfrm>
          <a:prstGeom prst="flowChartConnector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4D39E05-C8C1-E68A-B29C-0CD8C1233958}"/>
              </a:ext>
            </a:extLst>
          </p:cNvPr>
          <p:cNvSpPr/>
          <p:nvPr/>
        </p:nvSpPr>
        <p:spPr>
          <a:xfrm>
            <a:off x="5422631" y="2765156"/>
            <a:ext cx="206644" cy="206644"/>
          </a:xfrm>
          <a:prstGeom prst="flowChartConnector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A7C2E02-1483-B689-5588-2276A5BD9BAB}"/>
              </a:ext>
            </a:extLst>
          </p:cNvPr>
          <p:cNvSpPr/>
          <p:nvPr/>
        </p:nvSpPr>
        <p:spPr>
          <a:xfrm>
            <a:off x="6594206" y="4031981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F1FB18-1915-4868-7EEF-A1AC532CD59E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5599013" y="2941538"/>
            <a:ext cx="1025455" cy="112070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359752-9C8F-AFFC-B505-F46B4FC3E8E5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 flipH="1">
            <a:off x="5525953" y="2008088"/>
            <a:ext cx="405289" cy="757068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6D323F-50D5-B4B4-E263-9982E2FFD83E}"/>
              </a:ext>
            </a:extLst>
          </p:cNvPr>
          <p:cNvSpPr txBox="1"/>
          <p:nvPr/>
        </p:nvSpPr>
        <p:spPr>
          <a:xfrm>
            <a:off x="5652029" y="2214732"/>
            <a:ext cx="55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ECE3F9-26E5-ACB2-2057-40DD9958701D}"/>
              </a:ext>
            </a:extLst>
          </p:cNvPr>
          <p:cNvCxnSpPr>
            <a:cxnSpLocks/>
            <a:stCxn id="4" idx="2"/>
            <a:endCxn id="3" idx="6"/>
          </p:cNvCxnSpPr>
          <p:nvPr/>
        </p:nvCxnSpPr>
        <p:spPr>
          <a:xfrm flipH="1">
            <a:off x="6107624" y="1935028"/>
            <a:ext cx="893253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F2B5AD7-2D5F-B44A-85C6-FBEC37D003C2}"/>
              </a:ext>
            </a:extLst>
          </p:cNvPr>
          <p:cNvSpPr txBox="1"/>
          <p:nvPr/>
        </p:nvSpPr>
        <p:spPr>
          <a:xfrm>
            <a:off x="6004302" y="3101780"/>
            <a:ext cx="55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A4EDF-D496-3941-99C1-80D3E1237419}"/>
              </a:ext>
            </a:extLst>
          </p:cNvPr>
          <p:cNvSpPr txBox="1"/>
          <p:nvPr/>
        </p:nvSpPr>
        <p:spPr>
          <a:xfrm>
            <a:off x="6270533" y="1896303"/>
            <a:ext cx="55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AA40C-37FC-2744-8E2C-FF714EBE65EF}"/>
              </a:ext>
            </a:extLst>
          </p:cNvPr>
          <p:cNvSpPr txBox="1"/>
          <p:nvPr/>
        </p:nvSpPr>
        <p:spPr>
          <a:xfrm>
            <a:off x="6721664" y="3935248"/>
            <a:ext cx="558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5D5E27-6F56-7B44-B879-F6A36E6CA3BF}"/>
              </a:ext>
            </a:extLst>
          </p:cNvPr>
          <p:cNvSpPr txBox="1"/>
          <p:nvPr/>
        </p:nvSpPr>
        <p:spPr>
          <a:xfrm>
            <a:off x="4939017" y="2633698"/>
            <a:ext cx="558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6DBC2-49F1-CC44-9A3A-EF8955265D2F}"/>
              </a:ext>
            </a:extLst>
          </p:cNvPr>
          <p:cNvSpPr txBox="1"/>
          <p:nvPr/>
        </p:nvSpPr>
        <p:spPr>
          <a:xfrm>
            <a:off x="5580826" y="1447735"/>
            <a:ext cx="558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34564-D51A-8D40-83FD-69ED5109356E}"/>
              </a:ext>
            </a:extLst>
          </p:cNvPr>
          <p:cNvSpPr txBox="1"/>
          <p:nvPr/>
        </p:nvSpPr>
        <p:spPr>
          <a:xfrm>
            <a:off x="7046324" y="1447735"/>
            <a:ext cx="558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7991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E37D98F-19CF-9B44-B568-3D9ADEE2B547}"/>
              </a:ext>
            </a:extLst>
          </p:cNvPr>
          <p:cNvGrpSpPr/>
          <p:nvPr/>
        </p:nvGrpSpPr>
        <p:grpSpPr>
          <a:xfrm>
            <a:off x="941792" y="1716945"/>
            <a:ext cx="2732500" cy="3228284"/>
            <a:chOff x="2071076" y="1111155"/>
            <a:chExt cx="2732500" cy="322828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C9D33C7-C50A-1E4D-8A7D-64F9949D8D24}"/>
                </a:ext>
              </a:extLst>
            </p:cNvPr>
            <p:cNvSpPr/>
            <p:nvPr/>
          </p:nvSpPr>
          <p:spPr>
            <a:xfrm>
              <a:off x="2688116" y="1575413"/>
              <a:ext cx="1806766" cy="2456761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B7399B-CEB8-6844-9C59-DFA9062DF8D1}"/>
                </a:ext>
              </a:extLst>
            </p:cNvPr>
            <p:cNvSpPr txBox="1"/>
            <p:nvPr/>
          </p:nvSpPr>
          <p:spPr>
            <a:xfrm>
              <a:off x="2688116" y="1575413"/>
              <a:ext cx="4296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3A2D082-17B0-304C-9A95-A01EC0E1190B}"/>
                </a:ext>
              </a:extLst>
            </p:cNvPr>
            <p:cNvCxnSpPr>
              <a:cxnSpLocks/>
            </p:cNvCxnSpPr>
            <p:nvPr/>
          </p:nvCxnSpPr>
          <p:spPr>
            <a:xfrm>
              <a:off x="2688116" y="1377109"/>
              <a:ext cx="1806766" cy="0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D769BE-2FC6-6346-8A59-FFBAC3108A0B}"/>
                </a:ext>
              </a:extLst>
            </p:cNvPr>
            <p:cNvSpPr txBox="1"/>
            <p:nvPr/>
          </p:nvSpPr>
          <p:spPr>
            <a:xfrm>
              <a:off x="3376670" y="1111155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2A92E9C-D10C-C749-B70B-FBE2BF01782F}"/>
                </a:ext>
              </a:extLst>
            </p:cNvPr>
            <p:cNvCxnSpPr>
              <a:cxnSpLocks/>
            </p:cNvCxnSpPr>
            <p:nvPr/>
          </p:nvCxnSpPr>
          <p:spPr>
            <a:xfrm>
              <a:off x="2497440" y="1575413"/>
              <a:ext cx="0" cy="2456761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4FAF4F-2998-214F-BE58-6FA61D133575}"/>
                </a:ext>
              </a:extLst>
            </p:cNvPr>
            <p:cNvSpPr txBox="1"/>
            <p:nvPr/>
          </p:nvSpPr>
          <p:spPr>
            <a:xfrm>
              <a:off x="2071076" y="2649392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737F44-4594-1247-8359-3954FEABC021}"/>
                </a:ext>
              </a:extLst>
            </p:cNvPr>
            <p:cNvSpPr/>
            <p:nvPr/>
          </p:nvSpPr>
          <p:spPr>
            <a:xfrm>
              <a:off x="2688116" y="3317358"/>
              <a:ext cx="1806766" cy="23391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99A126-37CE-0749-90C3-65E57189E372}"/>
                </a:ext>
              </a:extLst>
            </p:cNvPr>
            <p:cNvSpPr/>
            <p:nvPr/>
          </p:nvSpPr>
          <p:spPr>
            <a:xfrm rot="5400000">
              <a:off x="2521280" y="2686323"/>
              <a:ext cx="2456761" cy="23391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6AE0CB-805C-4941-84DF-5903C173856D}"/>
                </a:ext>
              </a:extLst>
            </p:cNvPr>
            <p:cNvSpPr txBox="1"/>
            <p:nvPr/>
          </p:nvSpPr>
          <p:spPr>
            <a:xfrm>
              <a:off x="4494882" y="3292302"/>
              <a:ext cx="3086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C86287-140D-D74C-BF69-4C360625DFDF}"/>
                </a:ext>
              </a:extLst>
            </p:cNvPr>
            <p:cNvSpPr txBox="1"/>
            <p:nvPr/>
          </p:nvSpPr>
          <p:spPr>
            <a:xfrm>
              <a:off x="3534831" y="4031662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D6F610C-301A-7048-906B-A4842E67FF49}"/>
                </a:ext>
              </a:extLst>
            </p:cNvPr>
            <p:cNvSpPr/>
            <p:nvPr/>
          </p:nvSpPr>
          <p:spPr>
            <a:xfrm>
              <a:off x="3632702" y="3316845"/>
              <a:ext cx="233917" cy="233916"/>
            </a:xfrm>
            <a:prstGeom prst="rect">
              <a:avLst/>
            </a:prstGeom>
            <a:solidFill>
              <a:srgbClr val="C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90B44AB-89F5-B44C-A6AD-F38FD8E8E5A0}"/>
                </a:ext>
              </a:extLst>
            </p:cNvPr>
            <p:cNvSpPr txBox="1"/>
            <p:nvPr/>
          </p:nvSpPr>
          <p:spPr>
            <a:xfrm>
              <a:off x="3205289" y="2978291"/>
              <a:ext cx="4296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V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VN" sz="16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ui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45DAAA-ADC9-1247-9576-A41F4FF7937D}"/>
                  </a:ext>
                </a:extLst>
              </p:cNvPr>
              <p:cNvSpPr txBox="1"/>
              <p:nvPr/>
            </p:nvSpPr>
            <p:spPr>
              <a:xfrm>
                <a:off x="5424331" y="3260560"/>
                <a:ext cx="246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000" b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45DAAA-ADC9-1247-9576-A41F4FF79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331" y="3260560"/>
                <a:ext cx="246862" cy="307777"/>
              </a:xfrm>
              <a:prstGeom prst="rect">
                <a:avLst/>
              </a:prstGeom>
              <a:blipFill>
                <a:blip r:embed="rId2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D59E45-A1D2-C348-946B-C70A4BFB9E40}"/>
                  </a:ext>
                </a:extLst>
              </p:cNvPr>
              <p:cNvSpPr txBox="1"/>
              <p:nvPr/>
            </p:nvSpPr>
            <p:spPr>
              <a:xfrm>
                <a:off x="3710144" y="3255181"/>
                <a:ext cx="2564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D59E45-A1D2-C348-946B-C70A4BFB9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144" y="3255181"/>
                <a:ext cx="256480" cy="307777"/>
              </a:xfrm>
              <a:prstGeom prst="rect">
                <a:avLst/>
              </a:prstGeom>
              <a:blipFill>
                <a:blip r:embed="rId3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86A5241-5249-0B42-A502-EB9BCA6729AD}"/>
              </a:ext>
            </a:extLst>
          </p:cNvPr>
          <p:cNvGrpSpPr/>
          <p:nvPr/>
        </p:nvGrpSpPr>
        <p:grpSpPr>
          <a:xfrm>
            <a:off x="5495700" y="1716945"/>
            <a:ext cx="2372206" cy="1492207"/>
            <a:chOff x="6219432" y="1111155"/>
            <a:chExt cx="2372206" cy="149220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41D259-FF80-034C-8A2F-2DBA684832C9}"/>
                </a:ext>
              </a:extLst>
            </p:cNvPr>
            <p:cNvSpPr txBox="1"/>
            <p:nvPr/>
          </p:nvSpPr>
          <p:spPr>
            <a:xfrm>
              <a:off x="7470785" y="1111155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5B59045-26FB-4341-9A0E-4F749AEB40FF}"/>
                </a:ext>
              </a:extLst>
            </p:cNvPr>
            <p:cNvSpPr/>
            <p:nvPr/>
          </p:nvSpPr>
          <p:spPr>
            <a:xfrm>
              <a:off x="6784872" y="1575585"/>
              <a:ext cx="1806766" cy="720000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E96235-C51F-714D-AC2B-4D29B2D2EA04}"/>
                </a:ext>
              </a:extLst>
            </p:cNvPr>
            <p:cNvSpPr txBox="1"/>
            <p:nvPr/>
          </p:nvSpPr>
          <p:spPr>
            <a:xfrm>
              <a:off x="6784872" y="1574900"/>
              <a:ext cx="470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VN" sz="1600" b="1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56C3E713-234C-0B45-AA56-1F6E262B1A76}"/>
                </a:ext>
              </a:extLst>
            </p:cNvPr>
            <p:cNvCxnSpPr>
              <a:cxnSpLocks/>
            </p:cNvCxnSpPr>
            <p:nvPr/>
          </p:nvCxnSpPr>
          <p:spPr>
            <a:xfrm>
              <a:off x="6594196" y="1574900"/>
              <a:ext cx="0" cy="720685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33A42B3-6FAD-5348-9775-50D76A3DAC33}"/>
                </a:ext>
              </a:extLst>
            </p:cNvPr>
            <p:cNvSpPr txBox="1"/>
            <p:nvPr/>
          </p:nvSpPr>
          <p:spPr>
            <a:xfrm>
              <a:off x="6219432" y="1759565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EA2F7AC-4145-F244-A6B3-8556D38878B1}"/>
                </a:ext>
              </a:extLst>
            </p:cNvPr>
            <p:cNvSpPr/>
            <p:nvPr/>
          </p:nvSpPr>
          <p:spPr>
            <a:xfrm rot="5400000">
              <a:off x="7486374" y="1818585"/>
              <a:ext cx="720000" cy="234000"/>
            </a:xfrm>
            <a:prstGeom prst="rect">
              <a:avLst/>
            </a:prstGeom>
            <a:solidFill>
              <a:srgbClr val="0070C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BE91044-8EA2-EE40-BC97-6EEAE1F7D191}"/>
                </a:ext>
              </a:extLst>
            </p:cNvPr>
            <p:cNvCxnSpPr>
              <a:cxnSpLocks/>
            </p:cNvCxnSpPr>
            <p:nvPr/>
          </p:nvCxnSpPr>
          <p:spPr>
            <a:xfrm>
              <a:off x="6784872" y="1377109"/>
              <a:ext cx="1806766" cy="0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2C0BE59-E8F6-7947-9220-1F0DCC56F992}"/>
                </a:ext>
              </a:extLst>
            </p:cNvPr>
            <p:cNvSpPr txBox="1"/>
            <p:nvPr/>
          </p:nvSpPr>
          <p:spPr>
            <a:xfrm>
              <a:off x="7634590" y="2295585"/>
              <a:ext cx="4235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5E7AA06-4EC1-E94D-955B-455A2FC45AFA}"/>
                </a:ext>
              </a:extLst>
            </p:cNvPr>
            <p:cNvSpPr txBox="1"/>
            <p:nvPr/>
          </p:nvSpPr>
          <p:spPr>
            <a:xfrm>
              <a:off x="7941542" y="1771170"/>
              <a:ext cx="470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VN" sz="16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E8032-7635-5246-8B79-D091DB9CC94A}"/>
              </a:ext>
            </a:extLst>
          </p:cNvPr>
          <p:cNvGrpSpPr/>
          <p:nvPr/>
        </p:nvGrpSpPr>
        <p:grpSpPr>
          <a:xfrm>
            <a:off x="4302030" y="1716945"/>
            <a:ext cx="1046349" cy="2921019"/>
            <a:chOff x="4918450" y="1111155"/>
            <a:chExt cx="1046349" cy="292101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4FFC4A-0345-6C43-9223-D696AF31F160}"/>
                </a:ext>
              </a:extLst>
            </p:cNvPr>
            <p:cNvSpPr/>
            <p:nvPr/>
          </p:nvSpPr>
          <p:spPr>
            <a:xfrm>
              <a:off x="4918450" y="1575413"/>
              <a:ext cx="720000" cy="2456761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34EB12-2FFD-924A-8319-060F96DDA0FF}"/>
                </a:ext>
              </a:extLst>
            </p:cNvPr>
            <p:cNvSpPr txBox="1"/>
            <p:nvPr/>
          </p:nvSpPr>
          <p:spPr>
            <a:xfrm>
              <a:off x="4918450" y="1575413"/>
              <a:ext cx="4492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2CD9930-0C90-1449-B8A3-7E04437A63B6}"/>
                </a:ext>
              </a:extLst>
            </p:cNvPr>
            <p:cNvCxnSpPr>
              <a:cxnSpLocks/>
            </p:cNvCxnSpPr>
            <p:nvPr/>
          </p:nvCxnSpPr>
          <p:spPr>
            <a:xfrm>
              <a:off x="4918450" y="1377109"/>
              <a:ext cx="720000" cy="0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A53722-650B-3148-9527-328369C1059E}"/>
                </a:ext>
              </a:extLst>
            </p:cNvPr>
            <p:cNvSpPr/>
            <p:nvPr/>
          </p:nvSpPr>
          <p:spPr>
            <a:xfrm>
              <a:off x="4918450" y="3317358"/>
              <a:ext cx="720000" cy="233916"/>
            </a:xfrm>
            <a:prstGeom prst="rect">
              <a:avLst/>
            </a:prstGeom>
            <a:solidFill>
              <a:srgbClr val="0070C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3BCD34D-69BA-714F-8DBA-20B85C00E4D4}"/>
                </a:ext>
              </a:extLst>
            </p:cNvPr>
            <p:cNvSpPr txBox="1"/>
            <p:nvPr/>
          </p:nvSpPr>
          <p:spPr>
            <a:xfrm>
              <a:off x="5063621" y="1111155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70E9CF7-28B6-644C-B871-97A91A81F26E}"/>
                </a:ext>
              </a:extLst>
            </p:cNvPr>
            <p:cNvSpPr txBox="1"/>
            <p:nvPr/>
          </p:nvSpPr>
          <p:spPr>
            <a:xfrm>
              <a:off x="5642515" y="3275111"/>
              <a:ext cx="3222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4EC10D2-74C4-E249-8608-24DF6A6FA037}"/>
                </a:ext>
              </a:extLst>
            </p:cNvPr>
            <p:cNvSpPr txBox="1"/>
            <p:nvPr/>
          </p:nvSpPr>
          <p:spPr>
            <a:xfrm>
              <a:off x="5053810" y="2991600"/>
              <a:ext cx="4492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VN" sz="16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0C76F3-DB96-1641-8B2D-E32BD483BDF1}"/>
                  </a:ext>
                </a:extLst>
              </p:cNvPr>
              <p:cNvSpPr txBox="1"/>
              <p:nvPr/>
            </p:nvSpPr>
            <p:spPr>
              <a:xfrm>
                <a:off x="8114345" y="3260560"/>
                <a:ext cx="2564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b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0C76F3-DB96-1641-8B2D-E32BD483B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345" y="3260560"/>
                <a:ext cx="256480" cy="307777"/>
              </a:xfrm>
              <a:prstGeom prst="rect">
                <a:avLst/>
              </a:prstGeom>
              <a:blipFill>
                <a:blip r:embed="rId4"/>
                <a:stretch>
                  <a:fillRect l="-19048" r="-19048" b="-8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1DE8B069-B4B7-0949-AD00-F4A31ED4EBC9}"/>
              </a:ext>
            </a:extLst>
          </p:cNvPr>
          <p:cNvGrpSpPr/>
          <p:nvPr/>
        </p:nvGrpSpPr>
        <p:grpSpPr>
          <a:xfrm>
            <a:off x="8733233" y="1716945"/>
            <a:ext cx="2115460" cy="3228284"/>
            <a:chOff x="2688116" y="1111155"/>
            <a:chExt cx="2115460" cy="322828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725481F-483D-AE47-A1C2-92B2AF3395D4}"/>
                </a:ext>
              </a:extLst>
            </p:cNvPr>
            <p:cNvSpPr/>
            <p:nvPr/>
          </p:nvSpPr>
          <p:spPr>
            <a:xfrm>
              <a:off x="2688116" y="1575413"/>
              <a:ext cx="1806766" cy="2456761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57B193D-A6F4-284C-B4E7-69FAF22ECB97}"/>
                </a:ext>
              </a:extLst>
            </p:cNvPr>
            <p:cNvSpPr txBox="1"/>
            <p:nvPr/>
          </p:nvSpPr>
          <p:spPr>
            <a:xfrm>
              <a:off x="2688116" y="1575413"/>
              <a:ext cx="4296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52C83AF-8959-CB4D-95BA-6FD40A0C4479}"/>
                </a:ext>
              </a:extLst>
            </p:cNvPr>
            <p:cNvCxnSpPr>
              <a:cxnSpLocks/>
            </p:cNvCxnSpPr>
            <p:nvPr/>
          </p:nvCxnSpPr>
          <p:spPr>
            <a:xfrm>
              <a:off x="2688116" y="1377109"/>
              <a:ext cx="1806766" cy="0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F3A49F-E7A8-264F-8985-0319F530E5A2}"/>
                </a:ext>
              </a:extLst>
            </p:cNvPr>
            <p:cNvSpPr txBox="1"/>
            <p:nvPr/>
          </p:nvSpPr>
          <p:spPr>
            <a:xfrm>
              <a:off x="3376670" y="1111155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022EEEE-9BC8-4440-A52A-CD9A3D3D6A31}"/>
                </a:ext>
              </a:extLst>
            </p:cNvPr>
            <p:cNvSpPr/>
            <p:nvPr/>
          </p:nvSpPr>
          <p:spPr>
            <a:xfrm>
              <a:off x="2688116" y="3317358"/>
              <a:ext cx="1806766" cy="23391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4A6E59C-C244-A340-A6DF-D87D66CE2678}"/>
                </a:ext>
              </a:extLst>
            </p:cNvPr>
            <p:cNvSpPr/>
            <p:nvPr/>
          </p:nvSpPr>
          <p:spPr>
            <a:xfrm rot="5400000">
              <a:off x="2529650" y="2686323"/>
              <a:ext cx="2456761" cy="23391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522BA9B-2FFC-EA45-B877-0A3F29CDD007}"/>
                </a:ext>
              </a:extLst>
            </p:cNvPr>
            <p:cNvSpPr txBox="1"/>
            <p:nvPr/>
          </p:nvSpPr>
          <p:spPr>
            <a:xfrm>
              <a:off x="4494882" y="3292302"/>
              <a:ext cx="3086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3A014BD-3D94-7941-A494-8AEA01CC1804}"/>
                </a:ext>
              </a:extLst>
            </p:cNvPr>
            <p:cNvSpPr txBox="1"/>
            <p:nvPr/>
          </p:nvSpPr>
          <p:spPr>
            <a:xfrm>
              <a:off x="3543201" y="4031662"/>
              <a:ext cx="4296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F17C0D4-B38F-E742-A4F1-5B3ABE6A3D25}"/>
                </a:ext>
              </a:extLst>
            </p:cNvPr>
            <p:cNvSpPr/>
            <p:nvPr/>
          </p:nvSpPr>
          <p:spPr>
            <a:xfrm>
              <a:off x="3641072" y="3316845"/>
              <a:ext cx="233917" cy="233916"/>
            </a:xfrm>
            <a:prstGeom prst="rect">
              <a:avLst/>
            </a:prstGeom>
            <a:solidFill>
              <a:srgbClr val="0070C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1623053-CD37-1B47-98A9-EE988C847488}"/>
                </a:ext>
              </a:extLst>
            </p:cNvPr>
            <p:cNvSpPr txBox="1"/>
            <p:nvPr/>
          </p:nvSpPr>
          <p:spPr>
            <a:xfrm>
              <a:off x="2743128" y="2974230"/>
              <a:ext cx="897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V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VN" sz="16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VN" sz="16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+ b</a:t>
              </a:r>
              <a:r>
                <a:rPr lang="en-VN" sz="16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794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lowchart: Connector 68">
            <a:extLst>
              <a:ext uri="{FF2B5EF4-FFF2-40B4-BE49-F238E27FC236}">
                <a16:creationId xmlns:a16="http://schemas.microsoft.com/office/drawing/2014/main" id="{834348E9-1B06-6540-91F9-412581820922}"/>
              </a:ext>
            </a:extLst>
          </p:cNvPr>
          <p:cNvSpPr/>
          <p:nvPr/>
        </p:nvSpPr>
        <p:spPr>
          <a:xfrm>
            <a:off x="4564037" y="3199948"/>
            <a:ext cx="206644" cy="206644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68">
            <a:extLst>
              <a:ext uri="{FF2B5EF4-FFF2-40B4-BE49-F238E27FC236}">
                <a16:creationId xmlns:a16="http://schemas.microsoft.com/office/drawing/2014/main" id="{D261ED21-EE05-5E42-83EF-B4E9B37F9DDE}"/>
              </a:ext>
            </a:extLst>
          </p:cNvPr>
          <p:cNvSpPr/>
          <p:nvPr/>
        </p:nvSpPr>
        <p:spPr>
          <a:xfrm>
            <a:off x="5587180" y="2640505"/>
            <a:ext cx="206644" cy="206644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owchart: Connector 68">
            <a:extLst>
              <a:ext uri="{FF2B5EF4-FFF2-40B4-BE49-F238E27FC236}">
                <a16:creationId xmlns:a16="http://schemas.microsoft.com/office/drawing/2014/main" id="{13E6EE5F-B114-7D4B-9408-2F48B12F2425}"/>
              </a:ext>
            </a:extLst>
          </p:cNvPr>
          <p:cNvSpPr/>
          <p:nvPr/>
        </p:nvSpPr>
        <p:spPr>
          <a:xfrm>
            <a:off x="5078278" y="3199948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39">
            <a:extLst>
              <a:ext uri="{FF2B5EF4-FFF2-40B4-BE49-F238E27FC236}">
                <a16:creationId xmlns:a16="http://schemas.microsoft.com/office/drawing/2014/main" id="{C41ED45C-8F47-6A4C-B760-CDFB44202AED}"/>
              </a:ext>
            </a:extLst>
          </p:cNvPr>
          <p:cNvSpPr/>
          <p:nvPr/>
        </p:nvSpPr>
        <p:spPr>
          <a:xfrm>
            <a:off x="4521311" y="2733444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77C691-CEFD-5746-856E-66285BAD268F}"/>
              </a:ext>
            </a:extLst>
          </p:cNvPr>
          <p:cNvSpPr/>
          <p:nvPr/>
        </p:nvSpPr>
        <p:spPr>
          <a:xfrm>
            <a:off x="3381924" y="1490271"/>
            <a:ext cx="3599352" cy="3599354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Flowchart: Connector 68">
            <a:extLst>
              <a:ext uri="{FF2B5EF4-FFF2-40B4-BE49-F238E27FC236}">
                <a16:creationId xmlns:a16="http://schemas.microsoft.com/office/drawing/2014/main" id="{FA6B99BF-76CF-C84D-9A87-8009921E8333}"/>
              </a:ext>
            </a:extLst>
          </p:cNvPr>
          <p:cNvSpPr/>
          <p:nvPr/>
        </p:nvSpPr>
        <p:spPr>
          <a:xfrm>
            <a:off x="5889439" y="2293395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68">
            <a:extLst>
              <a:ext uri="{FF2B5EF4-FFF2-40B4-BE49-F238E27FC236}">
                <a16:creationId xmlns:a16="http://schemas.microsoft.com/office/drawing/2014/main" id="{CD4AC75A-28AB-EE46-B5D3-5817640A2433}"/>
              </a:ext>
            </a:extLst>
          </p:cNvPr>
          <p:cNvSpPr/>
          <p:nvPr/>
        </p:nvSpPr>
        <p:spPr>
          <a:xfrm>
            <a:off x="6099835" y="3365928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68">
            <a:extLst>
              <a:ext uri="{FF2B5EF4-FFF2-40B4-BE49-F238E27FC236}">
                <a16:creationId xmlns:a16="http://schemas.microsoft.com/office/drawing/2014/main" id="{E754B149-0B47-CD42-9896-2F99F7D27BAC}"/>
              </a:ext>
            </a:extLst>
          </p:cNvPr>
          <p:cNvSpPr/>
          <p:nvPr/>
        </p:nvSpPr>
        <p:spPr>
          <a:xfrm>
            <a:off x="3460374" y="3199948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39">
            <a:extLst>
              <a:ext uri="{FF2B5EF4-FFF2-40B4-BE49-F238E27FC236}">
                <a16:creationId xmlns:a16="http://schemas.microsoft.com/office/drawing/2014/main" id="{1F11AFEE-9EF5-1C47-BE92-DE6D51952CA9}"/>
              </a:ext>
            </a:extLst>
          </p:cNvPr>
          <p:cNvSpPr/>
          <p:nvPr/>
        </p:nvSpPr>
        <p:spPr>
          <a:xfrm>
            <a:off x="4871634" y="1986615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68">
            <a:extLst>
              <a:ext uri="{FF2B5EF4-FFF2-40B4-BE49-F238E27FC236}">
                <a16:creationId xmlns:a16="http://schemas.microsoft.com/office/drawing/2014/main" id="{7A5BC390-8D51-9A4D-8DAB-D52DFED64885}"/>
              </a:ext>
            </a:extLst>
          </p:cNvPr>
          <p:cNvSpPr/>
          <p:nvPr/>
        </p:nvSpPr>
        <p:spPr>
          <a:xfrm>
            <a:off x="7009002" y="2296581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423F0E-E6CC-9A4C-B094-41B6F043D85B}"/>
              </a:ext>
            </a:extLst>
          </p:cNvPr>
          <p:cNvCxnSpPr>
            <a:cxnSpLocks/>
            <a:stCxn id="2" idx="7"/>
            <a:endCxn id="5" idx="3"/>
          </p:cNvCxnSpPr>
          <p:nvPr/>
        </p:nvCxnSpPr>
        <p:spPr>
          <a:xfrm flipV="1">
            <a:off x="5254660" y="2469777"/>
            <a:ext cx="665041" cy="760433"/>
          </a:xfrm>
          <a:prstGeom prst="straightConnector1">
            <a:avLst/>
          </a:prstGeom>
          <a:ln cap="flat">
            <a:solidFill>
              <a:schemeClr val="tx1">
                <a:lumMod val="75000"/>
                <a:lumOff val="25000"/>
              </a:schemeClr>
            </a:solidFill>
            <a:prstDash val="dash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68">
            <a:extLst>
              <a:ext uri="{FF2B5EF4-FFF2-40B4-BE49-F238E27FC236}">
                <a16:creationId xmlns:a16="http://schemas.microsoft.com/office/drawing/2014/main" id="{2F86F213-9044-634E-92D8-AA47D61B3401}"/>
              </a:ext>
            </a:extLst>
          </p:cNvPr>
          <p:cNvSpPr/>
          <p:nvPr/>
        </p:nvSpPr>
        <p:spPr>
          <a:xfrm>
            <a:off x="4508429" y="4046094"/>
            <a:ext cx="206644" cy="20664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EBF6C5-403E-4D4A-B29D-E56EA80C0FB3}"/>
              </a:ext>
            </a:extLst>
          </p:cNvPr>
          <p:cNvCxnSpPr>
            <a:cxnSpLocks/>
            <a:stCxn id="2" idx="2"/>
            <a:endCxn id="8" idx="6"/>
          </p:cNvCxnSpPr>
          <p:nvPr/>
        </p:nvCxnSpPr>
        <p:spPr>
          <a:xfrm flipH="1">
            <a:off x="3667018" y="3303270"/>
            <a:ext cx="1411260" cy="0"/>
          </a:xfrm>
          <a:prstGeom prst="straightConnector1">
            <a:avLst/>
          </a:prstGeom>
          <a:ln cap="flat">
            <a:solidFill>
              <a:schemeClr val="tx1">
                <a:lumMod val="75000"/>
                <a:lumOff val="25000"/>
              </a:schemeClr>
            </a:solidFill>
            <a:prstDash val="dash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CBEBEE-797A-1C4E-8762-BC6EC615865E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5254660" y="2816887"/>
            <a:ext cx="362782" cy="413323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prstDash val="solid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494B96F-87DC-0D4A-9194-E43D72240CA9}"/>
              </a:ext>
            </a:extLst>
          </p:cNvPr>
          <p:cNvCxnSpPr>
            <a:cxnSpLocks/>
            <a:stCxn id="2" idx="2"/>
            <a:endCxn id="38" idx="6"/>
          </p:cNvCxnSpPr>
          <p:nvPr/>
        </p:nvCxnSpPr>
        <p:spPr>
          <a:xfrm flipH="1">
            <a:off x="4770681" y="3303270"/>
            <a:ext cx="307597" cy="0"/>
          </a:xfrm>
          <a:prstGeom prst="straightConnector1">
            <a:avLst/>
          </a:prstGeom>
          <a:ln w="12700" cap="flat">
            <a:solidFill>
              <a:schemeClr val="tx1">
                <a:lumMod val="75000"/>
                <a:lumOff val="25000"/>
              </a:schemeClr>
            </a:solidFill>
            <a:prstDash val="solid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Connector 39">
            <a:extLst>
              <a:ext uri="{FF2B5EF4-FFF2-40B4-BE49-F238E27FC236}">
                <a16:creationId xmlns:a16="http://schemas.microsoft.com/office/drawing/2014/main" id="{5C8E9228-6A0B-7149-933C-BBC964495C14}"/>
              </a:ext>
            </a:extLst>
          </p:cNvPr>
          <p:cNvSpPr/>
          <p:nvPr/>
        </p:nvSpPr>
        <p:spPr>
          <a:xfrm>
            <a:off x="6821296" y="4541851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Connector 39">
            <a:extLst>
              <a:ext uri="{FF2B5EF4-FFF2-40B4-BE49-F238E27FC236}">
                <a16:creationId xmlns:a16="http://schemas.microsoft.com/office/drawing/2014/main" id="{6168A329-AFFF-5F47-A713-3DAA3E51FC0F}"/>
              </a:ext>
            </a:extLst>
          </p:cNvPr>
          <p:cNvSpPr/>
          <p:nvPr/>
        </p:nvSpPr>
        <p:spPr>
          <a:xfrm>
            <a:off x="5936282" y="4855326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Connector 39">
            <a:extLst>
              <a:ext uri="{FF2B5EF4-FFF2-40B4-BE49-F238E27FC236}">
                <a16:creationId xmlns:a16="http://schemas.microsoft.com/office/drawing/2014/main" id="{90A3CF02-76B1-6349-A7DB-8CD93324EDDE}"/>
              </a:ext>
            </a:extLst>
          </p:cNvPr>
          <p:cNvSpPr/>
          <p:nvPr/>
        </p:nvSpPr>
        <p:spPr>
          <a:xfrm>
            <a:off x="6204444" y="3900253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39">
            <a:extLst>
              <a:ext uri="{FF2B5EF4-FFF2-40B4-BE49-F238E27FC236}">
                <a16:creationId xmlns:a16="http://schemas.microsoft.com/office/drawing/2014/main" id="{37787DA0-6D6A-C24D-B6EC-23CA3B44C31D}"/>
              </a:ext>
            </a:extLst>
          </p:cNvPr>
          <p:cNvSpPr/>
          <p:nvPr/>
        </p:nvSpPr>
        <p:spPr>
          <a:xfrm>
            <a:off x="5578989" y="4438529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lowchart: Connector 39">
            <a:extLst>
              <a:ext uri="{FF2B5EF4-FFF2-40B4-BE49-F238E27FC236}">
                <a16:creationId xmlns:a16="http://schemas.microsoft.com/office/drawing/2014/main" id="{DDA8D256-9EEE-9E4A-AE5B-2C3A6A4395A2}"/>
              </a:ext>
            </a:extLst>
          </p:cNvPr>
          <p:cNvSpPr/>
          <p:nvPr/>
        </p:nvSpPr>
        <p:spPr>
          <a:xfrm>
            <a:off x="6194709" y="4348656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39">
            <a:extLst>
              <a:ext uri="{FF2B5EF4-FFF2-40B4-BE49-F238E27FC236}">
                <a16:creationId xmlns:a16="http://schemas.microsoft.com/office/drawing/2014/main" id="{DE5A779B-14CB-E64C-B759-4985C1643871}"/>
              </a:ext>
            </a:extLst>
          </p:cNvPr>
          <p:cNvSpPr/>
          <p:nvPr/>
        </p:nvSpPr>
        <p:spPr>
          <a:xfrm>
            <a:off x="6774632" y="3900253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39">
            <a:extLst>
              <a:ext uri="{FF2B5EF4-FFF2-40B4-BE49-F238E27FC236}">
                <a16:creationId xmlns:a16="http://schemas.microsoft.com/office/drawing/2014/main" id="{BAC8F4CC-A8F1-AB43-8BE7-CD2265C05BF0}"/>
              </a:ext>
            </a:extLst>
          </p:cNvPr>
          <p:cNvSpPr/>
          <p:nvPr/>
        </p:nvSpPr>
        <p:spPr>
          <a:xfrm>
            <a:off x="4245521" y="1490271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39">
            <a:extLst>
              <a:ext uri="{FF2B5EF4-FFF2-40B4-BE49-F238E27FC236}">
                <a16:creationId xmlns:a16="http://schemas.microsoft.com/office/drawing/2014/main" id="{F4C24297-2FDA-0C45-B73B-067A68873B6B}"/>
              </a:ext>
            </a:extLst>
          </p:cNvPr>
          <p:cNvSpPr/>
          <p:nvPr/>
        </p:nvSpPr>
        <p:spPr>
          <a:xfrm>
            <a:off x="3778336" y="2476109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39">
            <a:extLst>
              <a:ext uri="{FF2B5EF4-FFF2-40B4-BE49-F238E27FC236}">
                <a16:creationId xmlns:a16="http://schemas.microsoft.com/office/drawing/2014/main" id="{43112595-D223-CD4F-814B-36D57ACF6320}"/>
              </a:ext>
            </a:extLst>
          </p:cNvPr>
          <p:cNvSpPr/>
          <p:nvPr/>
        </p:nvSpPr>
        <p:spPr>
          <a:xfrm>
            <a:off x="4349287" y="2026451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39">
            <a:extLst>
              <a:ext uri="{FF2B5EF4-FFF2-40B4-BE49-F238E27FC236}">
                <a16:creationId xmlns:a16="http://schemas.microsoft.com/office/drawing/2014/main" id="{C3CAB9E4-EE27-CD48-9B66-0522995DEE40}"/>
              </a:ext>
            </a:extLst>
          </p:cNvPr>
          <p:cNvSpPr/>
          <p:nvPr/>
        </p:nvSpPr>
        <p:spPr>
          <a:xfrm>
            <a:off x="3335260" y="2102675"/>
            <a:ext cx="206644" cy="20664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</TotalTime>
  <Words>41</Words>
  <Application>Microsoft Macintosh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Quang Hưng Phạm</dc:creator>
  <cp:lastModifiedBy>Microsoft Office User</cp:lastModifiedBy>
  <cp:revision>43</cp:revision>
  <dcterms:created xsi:type="dcterms:W3CDTF">2020-12-09T03:20:18Z</dcterms:created>
  <dcterms:modified xsi:type="dcterms:W3CDTF">2026-02-07T06:11:02Z</dcterms:modified>
</cp:coreProperties>
</file>